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C6545-0236-4871-AB74-18B7F1930EE2}" v="20" dt="2025-11-25T13:24:58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isa Dlamini" userId="1cb46e2c472cf80f" providerId="LiveId" clId="{E244BF1B-E594-450F-A2F7-0A7D1082DBE7}"/>
    <pc:docChg chg="undo custSel modSld">
      <pc:chgData name="Anelisa Dlamini" userId="1cb46e2c472cf80f" providerId="LiveId" clId="{E244BF1B-E594-450F-A2F7-0A7D1082DBE7}" dt="2025-11-25T13:30:05.609" v="651" actId="26606"/>
      <pc:docMkLst>
        <pc:docMk/>
      </pc:docMkLst>
      <pc:sldChg chg="addSp delSp modSp mod setBg addAnim">
        <pc:chgData name="Anelisa Dlamini" userId="1cb46e2c472cf80f" providerId="LiveId" clId="{E244BF1B-E594-450F-A2F7-0A7D1082DBE7}" dt="2025-11-25T13:30:05.609" v="651" actId="26606"/>
        <pc:sldMkLst>
          <pc:docMk/>
          <pc:sldMk cId="773671917" sldId="256"/>
        </pc:sldMkLst>
        <pc:spChg chg="mod">
          <ac:chgData name="Anelisa Dlamini" userId="1cb46e2c472cf80f" providerId="LiveId" clId="{E244BF1B-E594-450F-A2F7-0A7D1082DBE7}" dt="2025-11-25T13:30:05.584" v="650" actId="26606"/>
          <ac:spMkLst>
            <pc:docMk/>
            <pc:sldMk cId="773671917" sldId="256"/>
            <ac:spMk id="2" creationId="{DB4E24A3-23B2-7A22-6C14-AD64CD02DD7E}"/>
          </ac:spMkLst>
        </pc:spChg>
        <pc:spChg chg="mod">
          <ac:chgData name="Anelisa Dlamini" userId="1cb46e2c472cf80f" providerId="LiveId" clId="{E244BF1B-E594-450F-A2F7-0A7D1082DBE7}" dt="2025-11-25T13:30:05.584" v="650" actId="26606"/>
          <ac:spMkLst>
            <pc:docMk/>
            <pc:sldMk cId="773671917" sldId="256"/>
            <ac:spMk id="3" creationId="{3C8CA008-914B-F810-8DBA-C7679045B59A}"/>
          </ac:spMkLst>
        </pc:spChg>
        <pc:spChg chg="add del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8" creationId="{43C48B49-6135-48B6-AC0F-97E5D8D1F03F}"/>
          </ac:spMkLst>
        </pc:spChg>
        <pc:spChg chg="add del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10" creationId="{9715DAF0-AE1B-46C9-8A6B-DB2AA05AB91D}"/>
          </ac:spMkLst>
        </pc:spChg>
        <pc:spChg chg="add del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12" creationId="{DC631C0B-6DA6-4E57-8231-CE32B3434A7E}"/>
          </ac:spMkLst>
        </pc:spChg>
        <pc:spChg chg="add del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14" creationId="{F256AC18-FB41-4977-8B0C-F5082335AB7D}"/>
          </ac:spMkLst>
        </pc:spChg>
        <pc:spChg chg="add del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16" creationId="{AFF4A713-7B75-4B21-90D7-5AB19547C728}"/>
          </ac:spMkLst>
        </pc:spChg>
        <pc:spChg chg="add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21" creationId="{43C48B49-6135-48B6-AC0F-97E5D8D1F03F}"/>
          </ac:spMkLst>
        </pc:spChg>
        <pc:spChg chg="add del">
          <ac:chgData name="Anelisa Dlamini" userId="1cb46e2c472cf80f" providerId="LiveId" clId="{E244BF1B-E594-450F-A2F7-0A7D1082DBE7}" dt="2025-11-25T13:29:56.139" v="648" actId="26606"/>
          <ac:spMkLst>
            <pc:docMk/>
            <pc:sldMk cId="773671917" sldId="256"/>
            <ac:spMk id="22" creationId="{EB0222B5-B739-82A9-5CCC-C5585AE12A69}"/>
          </ac:spMkLst>
        </pc:spChg>
        <pc:spChg chg="add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23" creationId="{9715DAF0-AE1B-46C9-8A6B-DB2AA05AB91D}"/>
          </ac:spMkLst>
        </pc:spChg>
        <pc:spChg chg="add del">
          <ac:chgData name="Anelisa Dlamini" userId="1cb46e2c472cf80f" providerId="LiveId" clId="{E244BF1B-E594-450F-A2F7-0A7D1082DBE7}" dt="2025-11-25T13:29:56.139" v="648" actId="26606"/>
          <ac:spMkLst>
            <pc:docMk/>
            <pc:sldMk cId="773671917" sldId="256"/>
            <ac:spMk id="24" creationId="{5BE23E75-E7E9-4D9F-6D25-5512363F8621}"/>
          </ac:spMkLst>
        </pc:spChg>
        <pc:spChg chg="add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25" creationId="{DC631C0B-6DA6-4E57-8231-CE32B3434A7E}"/>
          </ac:spMkLst>
        </pc:spChg>
        <pc:spChg chg="add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27" creationId="{F256AC18-FB41-4977-8B0C-F5082335AB7D}"/>
          </ac:spMkLst>
        </pc:spChg>
        <pc:spChg chg="add del">
          <ac:chgData name="Anelisa Dlamini" userId="1cb46e2c472cf80f" providerId="LiveId" clId="{E244BF1B-E594-450F-A2F7-0A7D1082DBE7}" dt="2025-11-25T13:30:05.584" v="650" actId="26606"/>
          <ac:spMkLst>
            <pc:docMk/>
            <pc:sldMk cId="773671917" sldId="256"/>
            <ac:spMk id="28" creationId="{F609FF9A-4FCE-468E-A86A-C9AB525EAE71}"/>
          </ac:spMkLst>
        </pc:spChg>
        <pc:spChg chg="add del">
          <ac:chgData name="Anelisa Dlamini" userId="1cb46e2c472cf80f" providerId="LiveId" clId="{E244BF1B-E594-450F-A2F7-0A7D1082DBE7}" dt="2025-11-25T13:30:05.584" v="650" actId="26606"/>
          <ac:spMkLst>
            <pc:docMk/>
            <pc:sldMk cId="773671917" sldId="256"/>
            <ac:spMk id="29" creationId="{021E12D4-3A88-428D-8E5E-AF1AFD923D63}"/>
          </ac:spMkLst>
        </pc:spChg>
        <pc:spChg chg="add">
          <ac:chgData name="Anelisa Dlamini" userId="1cb46e2c472cf80f" providerId="LiveId" clId="{E244BF1B-E594-450F-A2F7-0A7D1082DBE7}" dt="2025-11-25T13:30:05.609" v="651" actId="26606"/>
          <ac:spMkLst>
            <pc:docMk/>
            <pc:sldMk cId="773671917" sldId="256"/>
            <ac:spMk id="32" creationId="{AFF4A713-7B75-4B21-90D7-5AB19547C728}"/>
          </ac:spMkLst>
        </pc:spChg>
        <pc:picChg chg="add del">
          <ac:chgData name="Anelisa Dlamini" userId="1cb46e2c472cf80f" providerId="LiveId" clId="{E244BF1B-E594-450F-A2F7-0A7D1082DBE7}" dt="2025-11-25T13:29:56.139" v="648" actId="26606"/>
          <ac:picMkLst>
            <pc:docMk/>
            <pc:sldMk cId="773671917" sldId="256"/>
            <ac:picMk id="18" creationId="{79636D70-39AC-268A-C2A7-17CC76A13EF5}"/>
          </ac:picMkLst>
        </pc:picChg>
        <pc:picChg chg="add del">
          <ac:chgData name="Anelisa Dlamini" userId="1cb46e2c472cf80f" providerId="LiveId" clId="{E244BF1B-E594-450F-A2F7-0A7D1082DBE7}" dt="2025-11-25T13:30:05.584" v="650" actId="26606"/>
          <ac:picMkLst>
            <pc:docMk/>
            <pc:sldMk cId="773671917" sldId="256"/>
            <ac:picMk id="30" creationId="{B8779137-B5C6-675E-34E4-529A5CFCFDA7}"/>
          </ac:picMkLst>
        </pc:picChg>
      </pc:sldChg>
      <pc:sldChg chg="addSp delSp modSp mod setBg">
        <pc:chgData name="Anelisa Dlamini" userId="1cb46e2c472cf80f" providerId="LiveId" clId="{E244BF1B-E594-450F-A2F7-0A7D1082DBE7}" dt="2025-11-25T12:51:52.451" v="3" actId="26606"/>
        <pc:sldMkLst>
          <pc:docMk/>
          <pc:sldMk cId="74423347" sldId="257"/>
        </pc:sldMkLst>
        <pc:spChg chg="mod">
          <ac:chgData name="Anelisa Dlamini" userId="1cb46e2c472cf80f" providerId="LiveId" clId="{E244BF1B-E594-450F-A2F7-0A7D1082DBE7}" dt="2025-11-25T12:51:52.451" v="3" actId="26606"/>
          <ac:spMkLst>
            <pc:docMk/>
            <pc:sldMk cId="74423347" sldId="257"/>
            <ac:spMk id="2" creationId="{E412E950-FF1F-FC00-8E2A-7A3AD467A245}"/>
          </ac:spMkLst>
        </pc:spChg>
        <pc:spChg chg="mod">
          <ac:chgData name="Anelisa Dlamini" userId="1cb46e2c472cf80f" providerId="LiveId" clId="{E244BF1B-E594-450F-A2F7-0A7D1082DBE7}" dt="2025-11-25T12:51:52.451" v="3" actId="26606"/>
          <ac:spMkLst>
            <pc:docMk/>
            <pc:sldMk cId="74423347" sldId="257"/>
            <ac:spMk id="3" creationId="{A43C7C1A-F4BE-502E-1079-BE9F243D42A9}"/>
          </ac:spMkLst>
        </pc:spChg>
        <pc:spChg chg="add del">
          <ac:chgData name="Anelisa Dlamini" userId="1cb46e2c472cf80f" providerId="LiveId" clId="{E244BF1B-E594-450F-A2F7-0A7D1082DBE7}" dt="2025-11-25T12:51:52.431" v="2" actId="26606"/>
          <ac:spMkLst>
            <pc:docMk/>
            <pc:sldMk cId="74423347" sldId="257"/>
            <ac:spMk id="9" creationId="{9F7D5CDA-D291-4307-BF55-1381FED29634}"/>
          </ac:spMkLst>
        </pc:spChg>
        <pc:spChg chg="add">
          <ac:chgData name="Anelisa Dlamini" userId="1cb46e2c472cf80f" providerId="LiveId" clId="{E244BF1B-E594-450F-A2F7-0A7D1082DBE7}" dt="2025-11-25T12:51:52.451" v="3" actId="26606"/>
          <ac:spMkLst>
            <pc:docMk/>
            <pc:sldMk cId="74423347" sldId="257"/>
            <ac:spMk id="11" creationId="{59B296B9-C5A5-4E4F-9B60-C907B5F1466C}"/>
          </ac:spMkLst>
        </pc:spChg>
        <pc:spChg chg="add">
          <ac:chgData name="Anelisa Dlamini" userId="1cb46e2c472cf80f" providerId="LiveId" clId="{E244BF1B-E594-450F-A2F7-0A7D1082DBE7}" dt="2025-11-25T12:51:52.451" v="3" actId="26606"/>
          <ac:spMkLst>
            <pc:docMk/>
            <pc:sldMk cId="74423347" sldId="257"/>
            <ac:spMk id="12" creationId="{9F7D5CDA-D291-4307-BF55-1381FED29634}"/>
          </ac:spMkLst>
        </pc:spChg>
        <pc:spChg chg="add">
          <ac:chgData name="Anelisa Dlamini" userId="1cb46e2c472cf80f" providerId="LiveId" clId="{E244BF1B-E594-450F-A2F7-0A7D1082DBE7}" dt="2025-11-25T12:51:52.451" v="3" actId="26606"/>
          <ac:spMkLst>
            <pc:docMk/>
            <pc:sldMk cId="74423347" sldId="257"/>
            <ac:spMk id="13" creationId="{D0300FD3-5AF1-6305-15FA-9078072672E2}"/>
          </ac:spMkLst>
        </pc:spChg>
        <pc:picChg chg="add del">
          <ac:chgData name="Anelisa Dlamini" userId="1cb46e2c472cf80f" providerId="LiveId" clId="{E244BF1B-E594-450F-A2F7-0A7D1082DBE7}" dt="2025-11-25T12:51:52.431" v="2" actId="26606"/>
          <ac:picMkLst>
            <pc:docMk/>
            <pc:sldMk cId="74423347" sldId="257"/>
            <ac:picMk id="5" creationId="{CADC71E1-564F-81E2-B575-A25FA8FAD76D}"/>
          </ac:picMkLst>
        </pc:picChg>
        <pc:picChg chg="add">
          <ac:chgData name="Anelisa Dlamini" userId="1cb46e2c472cf80f" providerId="LiveId" clId="{E244BF1B-E594-450F-A2F7-0A7D1082DBE7}" dt="2025-11-25T12:51:52.451" v="3" actId="26606"/>
          <ac:picMkLst>
            <pc:docMk/>
            <pc:sldMk cId="74423347" sldId="257"/>
            <ac:picMk id="14" creationId="{6700180C-942C-FA31-0538-E3CD785F1F83}"/>
          </ac:picMkLst>
        </pc:picChg>
      </pc:sldChg>
      <pc:sldChg chg="addSp delSp modSp mod setBg">
        <pc:chgData name="Anelisa Dlamini" userId="1cb46e2c472cf80f" providerId="LiveId" clId="{E244BF1B-E594-450F-A2F7-0A7D1082DBE7}" dt="2025-11-25T13:14:50.473" v="48" actId="27636"/>
        <pc:sldMkLst>
          <pc:docMk/>
          <pc:sldMk cId="166567116" sldId="258"/>
        </pc:sldMkLst>
        <pc:spChg chg="mo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2" creationId="{8F739AF7-3537-8364-F942-0CEEB40B437A}"/>
          </ac:spMkLst>
        </pc:spChg>
        <pc:spChg chg="mod">
          <ac:chgData name="Anelisa Dlamini" userId="1cb46e2c472cf80f" providerId="LiveId" clId="{E244BF1B-E594-450F-A2F7-0A7D1082DBE7}" dt="2025-11-25T13:14:50.473" v="48" actId="27636"/>
          <ac:spMkLst>
            <pc:docMk/>
            <pc:sldMk cId="166567116" sldId="258"/>
            <ac:spMk id="5" creationId="{5738C8C5-7681-AB2E-660E-930B8F32AD05}"/>
          </ac:spMkLst>
        </pc:spChg>
        <pc:spChg chg="add del">
          <ac:chgData name="Anelisa Dlamini" userId="1cb46e2c472cf80f" providerId="LiveId" clId="{E244BF1B-E594-450F-A2F7-0A7D1082DBE7}" dt="2025-11-25T12:52:30.813" v="5" actId="26606"/>
          <ac:spMkLst>
            <pc:docMk/>
            <pc:sldMk cId="166567116" sldId="258"/>
            <ac:spMk id="10" creationId="{E81BF4F6-F2CF-4984-9D14-D6966D92F99F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12" creationId="{CD9FE4EF-C4D8-49A0-B2FF-81D8DB7D8A24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13" creationId="{C4285719-470E-454C-AF62-8323075F1F5B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14" creationId="{4300840D-0A0B-4512-BACA-B439D5B9C57C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16" creationId="{D2B78728-A580-49A7-84F9-6EF6F583ADE0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18" creationId="{38FAA1A1-D861-433F-88FA-1E9D6FD31D11}"/>
          </ac:spMkLst>
        </pc:spChg>
        <pc:spChg chg="add del">
          <ac:chgData name="Anelisa Dlamini" userId="1cb46e2c472cf80f" providerId="LiveId" clId="{E244BF1B-E594-450F-A2F7-0A7D1082DBE7}" dt="2025-11-25T12:52:44.529" v="7" actId="26606"/>
          <ac:spMkLst>
            <pc:docMk/>
            <pc:sldMk cId="166567116" sldId="258"/>
            <ac:spMk id="20" creationId="{8D71EDA1-87BF-4D5D-AB79-F346FD19278A}"/>
          </ac:spMkLst>
        </pc:spChg>
        <pc:spChg chg="add del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22" creationId="{FFB60E8C-7224-44A4-87A0-46A1711DD2ED}"/>
          </ac:spMkLst>
        </pc:spChg>
        <pc:spChg chg="add del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23" creationId="{5DA32751-37A2-45C0-BE94-63D375E27003}"/>
          </ac:spMkLst>
        </pc:spChg>
        <pc:spChg chg="add del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24" creationId="{E659831F-0D9A-4C63-9EBB-8435B85A440F}"/>
          </ac:spMkLst>
        </pc:spChg>
        <pc:spChg chg="add del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25" creationId="{5A55FBCD-CD42-40F5-8A1B-3203F9CAEEAA}"/>
          </ac:spMkLst>
        </pc:spChg>
        <pc:spChg chg="ad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32" creationId="{CD9FE4EF-C4D8-49A0-B2FF-81D8DB7D8A24}"/>
          </ac:spMkLst>
        </pc:spChg>
        <pc:spChg chg="ad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34" creationId="{4300840D-0A0B-4512-BACA-B439D5B9C57C}"/>
          </ac:spMkLst>
        </pc:spChg>
        <pc:spChg chg="ad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36" creationId="{D2B78728-A580-49A7-84F9-6EF6F583ADE0}"/>
          </ac:spMkLst>
        </pc:spChg>
        <pc:spChg chg="ad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38" creationId="{38FAA1A1-D861-433F-88FA-1E9D6FD31D11}"/>
          </ac:spMkLst>
        </pc:spChg>
        <pc:spChg chg="add">
          <ac:chgData name="Anelisa Dlamini" userId="1cb46e2c472cf80f" providerId="LiveId" clId="{E244BF1B-E594-450F-A2F7-0A7D1082DBE7}" dt="2025-11-25T12:55:16.800" v="9" actId="26606"/>
          <ac:spMkLst>
            <pc:docMk/>
            <pc:sldMk cId="166567116" sldId="258"/>
            <ac:spMk id="40" creationId="{8D71EDA1-87BF-4D5D-AB79-F346FD19278A}"/>
          </ac:spMkLst>
        </pc:spChg>
        <pc:graphicFrameChg chg="add mod ord">
          <ac:chgData name="Anelisa Dlamini" userId="1cb46e2c472cf80f" providerId="LiveId" clId="{E244BF1B-E594-450F-A2F7-0A7D1082DBE7}" dt="2025-11-25T12:52:44.552" v="8" actId="26606"/>
          <ac:graphicFrameMkLst>
            <pc:docMk/>
            <pc:sldMk cId="166567116" sldId="258"/>
            <ac:graphicFrameMk id="4" creationId="{A4237946-1A69-09CF-2D98-0140FEC42FEC}"/>
          </ac:graphicFrameMkLst>
        </pc:graphicFrameChg>
      </pc:sldChg>
      <pc:sldChg chg="addSp delSp modSp mod setBg">
        <pc:chgData name="Anelisa Dlamini" userId="1cb46e2c472cf80f" providerId="LiveId" clId="{E244BF1B-E594-450F-A2F7-0A7D1082DBE7}" dt="2025-11-25T13:18:40.780" v="585" actId="20577"/>
        <pc:sldMkLst>
          <pc:docMk/>
          <pc:sldMk cId="1147573892" sldId="259"/>
        </pc:sldMkLst>
        <pc:spChg chg="mod">
          <ac:chgData name="Anelisa Dlamini" userId="1cb46e2c472cf80f" providerId="LiveId" clId="{E244BF1B-E594-450F-A2F7-0A7D1082DBE7}" dt="2025-11-25T12:55:42.252" v="14" actId="1076"/>
          <ac:spMkLst>
            <pc:docMk/>
            <pc:sldMk cId="1147573892" sldId="259"/>
            <ac:spMk id="2" creationId="{7DB64220-3696-A239-2E5B-BE8CA4B51B4F}"/>
          </ac:spMkLst>
        </pc:spChg>
        <pc:spChg chg="add">
          <ac:chgData name="Anelisa Dlamini" userId="1cb46e2c472cf80f" providerId="LiveId" clId="{E244BF1B-E594-450F-A2F7-0A7D1082DBE7}" dt="2025-11-25T13:15:12.710" v="50"/>
          <ac:spMkLst>
            <pc:docMk/>
            <pc:sldMk cId="1147573892" sldId="259"/>
            <ac:spMk id="3" creationId="{50816C72-09F3-7C1F-4772-D95363810184}"/>
          </ac:spMkLst>
        </pc:spChg>
        <pc:spChg chg="mod">
          <ac:chgData name="Anelisa Dlamini" userId="1cb46e2c472cf80f" providerId="LiveId" clId="{E244BF1B-E594-450F-A2F7-0A7D1082DBE7}" dt="2025-11-25T13:15:40.807" v="539" actId="20577"/>
          <ac:spMkLst>
            <pc:docMk/>
            <pc:sldMk cId="1147573892" sldId="259"/>
            <ac:spMk id="5" creationId="{EAFFF2BA-D847-C5DA-BC55-B53C121C64F1}"/>
          </ac:spMkLst>
        </pc:spChg>
        <pc:spChg chg="add">
          <ac:chgData name="Anelisa Dlamini" userId="1cb46e2c472cf80f" providerId="LiveId" clId="{E244BF1B-E594-450F-A2F7-0A7D1082DBE7}" dt="2025-11-25T13:15:42.219" v="540"/>
          <ac:spMkLst>
            <pc:docMk/>
            <pc:sldMk cId="1147573892" sldId="259"/>
            <ac:spMk id="6" creationId="{91B72A2D-E400-89D7-8281-FEDDAD7860ED}"/>
          </ac:spMkLst>
        </pc:spChg>
        <pc:spChg chg="add">
          <ac:chgData name="Anelisa Dlamini" userId="1cb46e2c472cf80f" providerId="LiveId" clId="{E244BF1B-E594-450F-A2F7-0A7D1082DBE7}" dt="2025-11-25T13:15:47.996" v="541"/>
          <ac:spMkLst>
            <pc:docMk/>
            <pc:sldMk cId="1147573892" sldId="259"/>
            <ac:spMk id="7" creationId="{CBE6B675-AFD5-E0AE-4215-783FDC64C84A}"/>
          </ac:spMkLst>
        </pc:spChg>
        <pc:spChg chg="add">
          <ac:chgData name="Anelisa Dlamini" userId="1cb46e2c472cf80f" providerId="LiveId" clId="{E244BF1B-E594-450F-A2F7-0A7D1082DBE7}" dt="2025-11-25T13:16:00.676" v="542"/>
          <ac:spMkLst>
            <pc:docMk/>
            <pc:sldMk cId="1147573892" sldId="259"/>
            <ac:spMk id="8" creationId="{6F394C61-D17C-4FE4-E7AA-C0CB3014A21C}"/>
          </ac:spMkLst>
        </pc:spChg>
        <pc:spChg chg="add mod">
          <ac:chgData name="Anelisa Dlamini" userId="1cb46e2c472cf80f" providerId="LiveId" clId="{E244BF1B-E594-450F-A2F7-0A7D1082DBE7}" dt="2025-11-25T13:18:40.780" v="585" actId="20577"/>
          <ac:spMkLst>
            <pc:docMk/>
            <pc:sldMk cId="1147573892" sldId="259"/>
            <ac:spMk id="9" creationId="{2E955481-BF78-F298-287E-ECF91D5674BD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10" creationId="{C4285719-470E-454C-AF62-8323075F1F5B}"/>
          </ac:spMkLst>
        </pc:spChg>
        <pc:spChg chg="add">
          <ac:chgData name="Anelisa Dlamini" userId="1cb46e2c472cf80f" providerId="LiveId" clId="{E244BF1B-E594-450F-A2F7-0A7D1082DBE7}" dt="2025-11-25T13:16:32.863" v="549"/>
          <ac:spMkLst>
            <pc:docMk/>
            <pc:sldMk cId="1147573892" sldId="259"/>
            <ac:spMk id="11" creationId="{CC9D1027-755C-C174-0D6D-22EDA5041C8F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12" creationId="{CD9FE4EF-C4D8-49A0-B2FF-81D8DB7D8A24}"/>
          </ac:spMkLst>
        </pc:spChg>
        <pc:spChg chg="add">
          <ac:chgData name="Anelisa Dlamini" userId="1cb46e2c472cf80f" providerId="LiveId" clId="{E244BF1B-E594-450F-A2F7-0A7D1082DBE7}" dt="2025-11-25T13:16:50.498" v="550"/>
          <ac:spMkLst>
            <pc:docMk/>
            <pc:sldMk cId="1147573892" sldId="259"/>
            <ac:spMk id="13" creationId="{380674E5-F336-A07B-C704-692D800F2E00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14" creationId="{4300840D-0A0B-4512-BACA-B439D5B9C57C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16" creationId="{D2B78728-A580-49A7-84F9-6EF6F583ADE0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18" creationId="{38FAA1A1-D861-433F-88FA-1E9D6FD31D11}"/>
          </ac:spMkLst>
        </pc:spChg>
        <pc:spChg chg="add del">
          <ac:chgData name="Anelisa Dlamini" userId="1cb46e2c472cf80f" providerId="LiveId" clId="{E244BF1B-E594-450F-A2F7-0A7D1082DBE7}" dt="2025-11-25T12:55:33.902" v="11" actId="26606"/>
          <ac:spMkLst>
            <pc:docMk/>
            <pc:sldMk cId="1147573892" sldId="259"/>
            <ac:spMk id="20" creationId="{8D71EDA1-87BF-4D5D-AB79-F346FD19278A}"/>
          </ac:spMkLst>
        </pc:spChg>
        <pc:spChg chg="add">
          <ac:chgData name="Anelisa Dlamini" userId="1cb46e2c472cf80f" providerId="LiveId" clId="{E244BF1B-E594-450F-A2F7-0A7D1082DBE7}" dt="2025-11-25T12:55:33.929" v="12" actId="26606"/>
          <ac:spMkLst>
            <pc:docMk/>
            <pc:sldMk cId="1147573892" sldId="259"/>
            <ac:spMk id="22" creationId="{1B15ED52-F352-441B-82BF-E0EA34836D08}"/>
          </ac:spMkLst>
        </pc:spChg>
        <pc:spChg chg="add">
          <ac:chgData name="Anelisa Dlamini" userId="1cb46e2c472cf80f" providerId="LiveId" clId="{E244BF1B-E594-450F-A2F7-0A7D1082DBE7}" dt="2025-11-25T12:55:33.929" v="12" actId="26606"/>
          <ac:spMkLst>
            <pc:docMk/>
            <pc:sldMk cId="1147573892" sldId="259"/>
            <ac:spMk id="23" creationId="{61707E60-CEC9-4661-AA82-69242EB4BDC3}"/>
          </ac:spMkLst>
        </pc:spChg>
        <pc:spChg chg="add">
          <ac:chgData name="Anelisa Dlamini" userId="1cb46e2c472cf80f" providerId="LiveId" clId="{E244BF1B-E594-450F-A2F7-0A7D1082DBE7}" dt="2025-11-25T12:55:33.929" v="12" actId="26606"/>
          <ac:spMkLst>
            <pc:docMk/>
            <pc:sldMk cId="1147573892" sldId="259"/>
            <ac:spMk id="24" creationId="{8F035CD8-AE30-4146-96F2-036B0CE5E4F3}"/>
          </ac:spMkLst>
        </pc:spChg>
        <pc:graphicFrameChg chg="add mod ord">
          <ac:chgData name="Anelisa Dlamini" userId="1cb46e2c472cf80f" providerId="LiveId" clId="{E244BF1B-E594-450F-A2F7-0A7D1082DBE7}" dt="2025-11-25T13:16:13.624" v="544" actId="1076"/>
          <ac:graphicFrameMkLst>
            <pc:docMk/>
            <pc:sldMk cId="1147573892" sldId="259"/>
            <ac:graphicFrameMk id="4" creationId="{C83F1F12-811D-C8BB-A8F3-9E4BD148D6E5}"/>
          </ac:graphicFrameMkLst>
        </pc:graphicFrameChg>
      </pc:sldChg>
      <pc:sldChg chg="addSp modSp mod setBg">
        <pc:chgData name="Anelisa Dlamini" userId="1cb46e2c472cf80f" providerId="LiveId" clId="{E244BF1B-E594-450F-A2F7-0A7D1082DBE7}" dt="2025-11-25T13:21:01.185" v="605" actId="1076"/>
        <pc:sldMkLst>
          <pc:docMk/>
          <pc:sldMk cId="839227173" sldId="260"/>
        </pc:sldMkLst>
        <pc:spChg chg="mod">
          <ac:chgData name="Anelisa Dlamini" userId="1cb46e2c472cf80f" providerId="LiveId" clId="{E244BF1B-E594-450F-A2F7-0A7D1082DBE7}" dt="2025-11-25T13:20:57.385" v="604" actId="1076"/>
          <ac:spMkLst>
            <pc:docMk/>
            <pc:sldMk cId="839227173" sldId="260"/>
            <ac:spMk id="2" creationId="{A06D12E2-CA1A-B3EB-EB03-821AD36F8B68}"/>
          </ac:spMkLst>
        </pc:spChg>
        <pc:spChg chg="add">
          <ac:chgData name="Anelisa Dlamini" userId="1cb46e2c472cf80f" providerId="LiveId" clId="{E244BF1B-E594-450F-A2F7-0A7D1082DBE7}" dt="2025-11-25T13:19:24.338" v="587"/>
          <ac:spMkLst>
            <pc:docMk/>
            <pc:sldMk cId="839227173" sldId="260"/>
            <ac:spMk id="3" creationId="{904B2EB6-EEF0-202E-197F-CC5F7E8050BF}"/>
          </ac:spMkLst>
        </pc:spChg>
        <pc:spChg chg="mod">
          <ac:chgData name="Anelisa Dlamini" userId="1cb46e2c472cf80f" providerId="LiveId" clId="{E244BF1B-E594-450F-A2F7-0A7D1082DBE7}" dt="2025-11-25T13:21:01.185" v="605" actId="1076"/>
          <ac:spMkLst>
            <pc:docMk/>
            <pc:sldMk cId="839227173" sldId="260"/>
            <ac:spMk id="5" creationId="{F3B91FBD-9930-FD58-90B3-95EB7BF037A2}"/>
          </ac:spMkLst>
        </pc:spChg>
        <pc:spChg chg="add">
          <ac:chgData name="Anelisa Dlamini" userId="1cb46e2c472cf80f" providerId="LiveId" clId="{E244BF1B-E594-450F-A2F7-0A7D1082DBE7}" dt="2025-11-25T12:56:30.091" v="17" actId="26606"/>
          <ac:spMkLst>
            <pc:docMk/>
            <pc:sldMk cId="839227173" sldId="260"/>
            <ac:spMk id="10" creationId="{979E27D9-03C7-44E2-9FF8-15D0C8506AF7}"/>
          </ac:spMkLst>
        </pc:spChg>
        <pc:spChg chg="add">
          <ac:chgData name="Anelisa Dlamini" userId="1cb46e2c472cf80f" providerId="LiveId" clId="{E244BF1B-E594-450F-A2F7-0A7D1082DBE7}" dt="2025-11-25T12:56:30.091" v="17" actId="26606"/>
          <ac:spMkLst>
            <pc:docMk/>
            <pc:sldMk cId="839227173" sldId="260"/>
            <ac:spMk id="12" creationId="{EEBF1590-3B36-48EE-A89D-3B6F3CB256AB}"/>
          </ac:spMkLst>
        </pc:spChg>
        <pc:spChg chg="add">
          <ac:chgData name="Anelisa Dlamini" userId="1cb46e2c472cf80f" providerId="LiveId" clId="{E244BF1B-E594-450F-A2F7-0A7D1082DBE7}" dt="2025-11-25T12:56:30.091" v="17" actId="26606"/>
          <ac:spMkLst>
            <pc:docMk/>
            <pc:sldMk cId="839227173" sldId="260"/>
            <ac:spMk id="14" creationId="{AC8F6C8C-AB5A-4548-942D-E3FD40ACBC49}"/>
          </ac:spMkLst>
        </pc:spChg>
        <pc:graphicFrameChg chg="add mod ord">
          <ac:chgData name="Anelisa Dlamini" userId="1cb46e2c472cf80f" providerId="LiveId" clId="{E244BF1B-E594-450F-A2F7-0A7D1082DBE7}" dt="2025-11-25T12:56:46.530" v="21" actId="14100"/>
          <ac:graphicFrameMkLst>
            <pc:docMk/>
            <pc:sldMk cId="839227173" sldId="260"/>
            <ac:graphicFrameMk id="4" creationId="{2765FDA6-742D-9D57-8AC6-42CF609FF448}"/>
          </ac:graphicFrameMkLst>
        </pc:graphicFrameChg>
      </pc:sldChg>
      <pc:sldChg chg="addSp delSp modSp mod setBg">
        <pc:chgData name="Anelisa Dlamini" userId="1cb46e2c472cf80f" providerId="LiveId" clId="{E244BF1B-E594-450F-A2F7-0A7D1082DBE7}" dt="2025-11-25T13:22:25.563" v="627" actId="1076"/>
        <pc:sldMkLst>
          <pc:docMk/>
          <pc:sldMk cId="3763422845" sldId="261"/>
        </pc:sldMkLst>
        <pc:spChg chg="mod">
          <ac:chgData name="Anelisa Dlamini" userId="1cb46e2c472cf80f" providerId="LiveId" clId="{E244BF1B-E594-450F-A2F7-0A7D1082DBE7}" dt="2025-11-25T13:22:25.563" v="627" actId="1076"/>
          <ac:spMkLst>
            <pc:docMk/>
            <pc:sldMk cId="3763422845" sldId="261"/>
            <ac:spMk id="2" creationId="{8F89BA65-7229-943F-42EC-E67B322CEAD4}"/>
          </ac:spMkLst>
        </pc:spChg>
        <pc:spChg chg="mod">
          <ac:chgData name="Anelisa Dlamini" userId="1cb46e2c472cf80f" providerId="LiveId" clId="{E244BF1B-E594-450F-A2F7-0A7D1082DBE7}" dt="2025-11-25T13:22:20.974" v="626" actId="1076"/>
          <ac:spMkLst>
            <pc:docMk/>
            <pc:sldMk cId="3763422845" sldId="261"/>
            <ac:spMk id="5" creationId="{EB6BBAC8-B494-4E28-37BE-DFAEF4C0D182}"/>
          </ac:spMkLst>
        </pc:spChg>
        <pc:spChg chg="add del">
          <ac:chgData name="Anelisa Dlamini" userId="1cb46e2c472cf80f" providerId="LiveId" clId="{E244BF1B-E594-450F-A2F7-0A7D1082DBE7}" dt="2025-11-25T12:58:32.236" v="23" actId="26606"/>
          <ac:spMkLst>
            <pc:docMk/>
            <pc:sldMk cId="3763422845" sldId="261"/>
            <ac:spMk id="10" creationId="{2596F992-698C-48C0-9D89-70DA4CE927EF}"/>
          </ac:spMkLst>
        </pc:spChg>
        <pc:spChg chg="add del">
          <ac:chgData name="Anelisa Dlamini" userId="1cb46e2c472cf80f" providerId="LiveId" clId="{E244BF1B-E594-450F-A2F7-0A7D1082DBE7}" dt="2025-11-25T12:58:32.236" v="23" actId="26606"/>
          <ac:spMkLst>
            <pc:docMk/>
            <pc:sldMk cId="3763422845" sldId="261"/>
            <ac:spMk id="12" creationId="{A344AAA5-41F4-4862-97EF-688D31DC7567}"/>
          </ac:spMkLst>
        </pc:spChg>
        <pc:spChg chg="add del">
          <ac:chgData name="Anelisa Dlamini" userId="1cb46e2c472cf80f" providerId="LiveId" clId="{E244BF1B-E594-450F-A2F7-0A7D1082DBE7}" dt="2025-11-25T12:58:32.236" v="23" actId="26606"/>
          <ac:spMkLst>
            <pc:docMk/>
            <pc:sldMk cId="3763422845" sldId="261"/>
            <ac:spMk id="14" creationId="{69E1A62C-2AAF-4B3E-8CDB-65E237080997}"/>
          </ac:spMkLst>
        </pc:spChg>
        <pc:spChg chg="add">
          <ac:chgData name="Anelisa Dlamini" userId="1cb46e2c472cf80f" providerId="LiveId" clId="{E244BF1B-E594-450F-A2F7-0A7D1082DBE7}" dt="2025-11-25T12:58:32.267" v="24" actId="26606"/>
          <ac:spMkLst>
            <pc:docMk/>
            <pc:sldMk cId="3763422845" sldId="261"/>
            <ac:spMk id="16" creationId="{979E27D9-03C7-44E2-9FF8-15D0C8506AF7}"/>
          </ac:spMkLst>
        </pc:spChg>
        <pc:spChg chg="add">
          <ac:chgData name="Anelisa Dlamini" userId="1cb46e2c472cf80f" providerId="LiveId" clId="{E244BF1B-E594-450F-A2F7-0A7D1082DBE7}" dt="2025-11-25T12:58:32.267" v="24" actId="26606"/>
          <ac:spMkLst>
            <pc:docMk/>
            <pc:sldMk cId="3763422845" sldId="261"/>
            <ac:spMk id="17" creationId="{EEBF1590-3B36-48EE-A89D-3B6F3CB256AB}"/>
          </ac:spMkLst>
        </pc:spChg>
        <pc:spChg chg="add">
          <ac:chgData name="Anelisa Dlamini" userId="1cb46e2c472cf80f" providerId="LiveId" clId="{E244BF1B-E594-450F-A2F7-0A7D1082DBE7}" dt="2025-11-25T12:58:32.267" v="24" actId="26606"/>
          <ac:spMkLst>
            <pc:docMk/>
            <pc:sldMk cId="3763422845" sldId="261"/>
            <ac:spMk id="18" creationId="{AC8F6C8C-AB5A-4548-942D-E3FD40ACBC49}"/>
          </ac:spMkLst>
        </pc:spChg>
        <pc:graphicFrameChg chg="add mod ord">
          <ac:chgData name="Anelisa Dlamini" userId="1cb46e2c472cf80f" providerId="LiveId" clId="{E244BF1B-E594-450F-A2F7-0A7D1082DBE7}" dt="2025-11-25T12:58:36.803" v="25" actId="14100"/>
          <ac:graphicFrameMkLst>
            <pc:docMk/>
            <pc:sldMk cId="3763422845" sldId="261"/>
            <ac:graphicFrameMk id="4" creationId="{55C34A4E-3084-F83E-0590-BBE7636BD690}"/>
          </ac:graphicFrameMkLst>
        </pc:graphicFrameChg>
      </pc:sldChg>
      <pc:sldChg chg="addSp delSp modSp mod setBg">
        <pc:chgData name="Anelisa Dlamini" userId="1cb46e2c472cf80f" providerId="LiveId" clId="{E244BF1B-E594-450F-A2F7-0A7D1082DBE7}" dt="2025-11-25T12:58:46.074" v="26" actId="26606"/>
        <pc:sldMkLst>
          <pc:docMk/>
          <pc:sldMk cId="1960025677" sldId="262"/>
        </pc:sldMkLst>
        <pc:spChg chg="mo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2" creationId="{46C5FEE6-5F69-48E3-205E-936370FF3BE4}"/>
          </ac:spMkLst>
        </pc:spChg>
        <pc:spChg chg="del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3" creationId="{B241ED1A-E04D-C541-5BFF-B032FE44C508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9" creationId="{BACC6370-2D7E-4714-9D71-7542949D7D5D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11" creationId="{256B2C21-A230-48C0-8DF1-C46611373C44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13" creationId="{3847E18C-932D-4C95-AABA-FEC7C9499AD7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15" creationId="{3150CB11-0C61-439E-910F-5787759E72A0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17" creationId="{43F8A58B-5155-44CE-A5FF-7647B47D0A7A}"/>
          </ac:spMkLst>
        </pc:spChg>
        <pc:spChg chg="add">
          <ac:chgData name="Anelisa Dlamini" userId="1cb46e2c472cf80f" providerId="LiveId" clId="{E244BF1B-E594-450F-A2F7-0A7D1082DBE7}" dt="2025-11-25T12:58:46.074" v="26" actId="26606"/>
          <ac:spMkLst>
            <pc:docMk/>
            <pc:sldMk cId="1960025677" sldId="262"/>
            <ac:spMk id="19" creationId="{443F2ACA-E6D6-4028-82DD-F03C262D5DE6}"/>
          </ac:spMkLst>
        </pc:spChg>
        <pc:graphicFrameChg chg="add">
          <ac:chgData name="Anelisa Dlamini" userId="1cb46e2c472cf80f" providerId="LiveId" clId="{E244BF1B-E594-450F-A2F7-0A7D1082DBE7}" dt="2025-11-25T12:58:46.074" v="26" actId="26606"/>
          <ac:graphicFrameMkLst>
            <pc:docMk/>
            <pc:sldMk cId="1960025677" sldId="262"/>
            <ac:graphicFrameMk id="5" creationId="{2A519A38-38CB-0E25-2877-C4D3429D5C47}"/>
          </ac:graphicFrameMkLst>
        </pc:graphicFrameChg>
      </pc:sldChg>
      <pc:sldChg chg="addSp delSp modSp mod setBg">
        <pc:chgData name="Anelisa Dlamini" userId="1cb46e2c472cf80f" providerId="LiveId" clId="{E244BF1B-E594-450F-A2F7-0A7D1082DBE7}" dt="2025-11-25T12:59:14.330" v="27" actId="26606"/>
        <pc:sldMkLst>
          <pc:docMk/>
          <pc:sldMk cId="3610275538" sldId="263"/>
        </pc:sldMkLst>
        <pc:spChg chg="mo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2" creationId="{4B863749-06CB-8855-DC5B-55C6711639AF}"/>
          </ac:spMkLst>
        </pc:spChg>
        <pc:spChg chg="del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3" creationId="{72BC57D2-94A6-152F-6944-9D9679E280EE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9" creationId="{BACC6370-2D7E-4714-9D71-7542949D7D5D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11" creationId="{256B2C21-A230-48C0-8DF1-C46611373C44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13" creationId="{3847E18C-932D-4C95-AABA-FEC7C9499AD7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15" creationId="{3150CB11-0C61-439E-910F-5787759E72A0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17" creationId="{43F8A58B-5155-44CE-A5FF-7647B47D0A7A}"/>
          </ac:spMkLst>
        </pc:spChg>
        <pc:spChg chg="add">
          <ac:chgData name="Anelisa Dlamini" userId="1cb46e2c472cf80f" providerId="LiveId" clId="{E244BF1B-E594-450F-A2F7-0A7D1082DBE7}" dt="2025-11-25T12:59:14.330" v="27" actId="26606"/>
          <ac:spMkLst>
            <pc:docMk/>
            <pc:sldMk cId="3610275538" sldId="263"/>
            <ac:spMk id="19" creationId="{443F2ACA-E6D6-4028-82DD-F03C262D5DE6}"/>
          </ac:spMkLst>
        </pc:spChg>
        <pc:graphicFrameChg chg="add">
          <ac:chgData name="Anelisa Dlamini" userId="1cb46e2c472cf80f" providerId="LiveId" clId="{E244BF1B-E594-450F-A2F7-0A7D1082DBE7}" dt="2025-11-25T12:59:14.330" v="27" actId="26606"/>
          <ac:graphicFrameMkLst>
            <pc:docMk/>
            <pc:sldMk cId="3610275538" sldId="263"/>
            <ac:graphicFrameMk id="5" creationId="{6257B724-A827-84C8-3981-E881667453CF}"/>
          </ac:graphicFrameMkLst>
        </pc:graphicFrameChg>
      </pc:sldChg>
      <pc:sldChg chg="addSp modSp mod setBg">
        <pc:chgData name="Anelisa Dlamini" userId="1cb46e2c472cf80f" providerId="LiveId" clId="{E244BF1B-E594-450F-A2F7-0A7D1082DBE7}" dt="2025-11-25T13:23:04.286" v="636" actId="20577"/>
        <pc:sldMkLst>
          <pc:docMk/>
          <pc:sldMk cId="3450028866" sldId="264"/>
        </pc:sldMkLst>
        <pc:spChg chg="mo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2" creationId="{F7F87821-2C5E-321C-9DBF-06C8A92F8122}"/>
          </ac:spMkLst>
        </pc:spChg>
        <pc:spChg chg="mod">
          <ac:chgData name="Anelisa Dlamini" userId="1cb46e2c472cf80f" providerId="LiveId" clId="{E244BF1B-E594-450F-A2F7-0A7D1082DBE7}" dt="2025-11-25T13:23:04.286" v="636" actId="20577"/>
          <ac:spMkLst>
            <pc:docMk/>
            <pc:sldMk cId="3450028866" sldId="264"/>
            <ac:spMk id="3" creationId="{126718D1-F6B0-86BF-AE43-0D531977720C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9" creationId="{2E17E911-875F-4DE5-8699-99D9F1805A5D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11" creationId="{CD9FE4EF-C4D8-49A0-B2FF-81D8DB7D8A24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13" creationId="{4300840D-0A0B-4512-BACA-B439D5B9C57C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15" creationId="{D2B78728-A580-49A7-84F9-6EF6F583ADE0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17" creationId="{38FAA1A1-D861-433F-88FA-1E9D6FD31D11}"/>
          </ac:spMkLst>
        </pc:spChg>
        <pc:spChg chg="add">
          <ac:chgData name="Anelisa Dlamini" userId="1cb46e2c472cf80f" providerId="LiveId" clId="{E244BF1B-E594-450F-A2F7-0A7D1082DBE7}" dt="2025-11-25T12:59:23.243" v="28" actId="26606"/>
          <ac:spMkLst>
            <pc:docMk/>
            <pc:sldMk cId="3450028866" sldId="264"/>
            <ac:spMk id="19" creationId="{8D71EDA1-87BF-4D5D-AB79-F346FD19278A}"/>
          </ac:spMkLst>
        </pc:spChg>
        <pc:picChg chg="add">
          <ac:chgData name="Anelisa Dlamini" userId="1cb46e2c472cf80f" providerId="LiveId" clId="{E244BF1B-E594-450F-A2F7-0A7D1082DBE7}" dt="2025-11-25T12:59:23.243" v="28" actId="26606"/>
          <ac:picMkLst>
            <pc:docMk/>
            <pc:sldMk cId="3450028866" sldId="264"/>
            <ac:picMk id="5" creationId="{D318BD66-462D-86BD-F588-271F4A9D30D4}"/>
          </ac:picMkLst>
        </pc:picChg>
      </pc:sldChg>
      <pc:sldChg chg="addSp delSp modSp mod setBg">
        <pc:chgData name="Anelisa Dlamini" userId="1cb46e2c472cf80f" providerId="LiveId" clId="{E244BF1B-E594-450F-A2F7-0A7D1082DBE7}" dt="2025-11-25T13:24:09.155" v="642" actId="20577"/>
        <pc:sldMkLst>
          <pc:docMk/>
          <pc:sldMk cId="2078262428" sldId="265"/>
        </pc:sldMkLst>
        <pc:spChg chg="mo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2" creationId="{A24EC7C3-4023-9711-F6AF-89BA114C6EE7}"/>
          </ac:spMkLst>
        </pc:spChg>
        <pc:spChg chg="del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3" creationId="{C0F267DD-358C-C2AB-678C-5DD9FFE122A0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9" creationId="{BACC6370-2D7E-4714-9D71-7542949D7D5D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11" creationId="{256B2C21-A230-48C0-8DF1-C46611373C44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13" creationId="{3847E18C-932D-4C95-AABA-FEC7C9499AD7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15" creationId="{3150CB11-0C61-439E-910F-5787759E72A0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17" creationId="{43F8A58B-5155-44CE-A5FF-7647B47D0A7A}"/>
          </ac:spMkLst>
        </pc:spChg>
        <pc:spChg chg="add">
          <ac:chgData name="Anelisa Dlamini" userId="1cb46e2c472cf80f" providerId="LiveId" clId="{E244BF1B-E594-450F-A2F7-0A7D1082DBE7}" dt="2025-11-25T12:59:31.107" v="29" actId="26606"/>
          <ac:spMkLst>
            <pc:docMk/>
            <pc:sldMk cId="2078262428" sldId="265"/>
            <ac:spMk id="19" creationId="{443F2ACA-E6D6-4028-82DD-F03C262D5DE6}"/>
          </ac:spMkLst>
        </pc:spChg>
        <pc:graphicFrameChg chg="add modGraphic">
          <ac:chgData name="Anelisa Dlamini" userId="1cb46e2c472cf80f" providerId="LiveId" clId="{E244BF1B-E594-450F-A2F7-0A7D1082DBE7}" dt="2025-11-25T13:24:09.155" v="642" actId="20577"/>
          <ac:graphicFrameMkLst>
            <pc:docMk/>
            <pc:sldMk cId="2078262428" sldId="265"/>
            <ac:graphicFrameMk id="5" creationId="{9C1FA575-3D06-883E-070B-B599C20192F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cb46e2c472cf80f/Documents/BrightTV_Viewership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cb46e2c472cf80f/Documents/BrightTV_Viewership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cb46e2c472cf80f/Documents/BrightTV_Viewership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cb46e2c472cf80f/Documents/BrightTV_Viewership.csv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[BrightTV_Viewership.csv.xlsx]Time-Based Consumption (Hourly 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/>
              <a:t>Time-Based Consumption (Hourly Trends)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'Time-Based Consumption (Hourly 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'Time-Based Consumption (Hourly '!$A$4:$A$28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'Time-Based Consumption (Hourly '!$B$4:$B$28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E5-4B42-8B21-135BFB956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0074863"/>
        <c:axId val="980090703"/>
      </c:lineChart>
      <c:catAx>
        <c:axId val="9800748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Hours</a:t>
                </a:r>
                <a:r>
                  <a:rPr lang="en-ZA" baseline="0"/>
                  <a:t> (Time in SAST)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090703"/>
        <c:crosses val="autoZero"/>
        <c:auto val="1"/>
        <c:lblAlgn val="ctr"/>
        <c:lblOffset val="100"/>
        <c:noMultiLvlLbl val="0"/>
      </c:catAx>
      <c:valAx>
        <c:axId val="98009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Number</a:t>
                </a:r>
                <a:r>
                  <a:rPr lang="en-ZA" baseline="0"/>
                  <a:t> of Users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0074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[BrightTV_Viewership.csv.xlsx]Consumption Days2!PivotTable11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Consumption</a:t>
            </a:r>
            <a:r>
              <a:rPr lang="en-US" baseline="0"/>
              <a:t> per day of the week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'Consumption Days2'!$B$3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'Consumption Days2'!$A$4:$A$11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'Consumption Days2'!$B$4:$B$11</c:f>
              <c:numCache>
                <c:formatCode>General</c:formatCode>
                <c:ptCount val="7"/>
                <c:pt idx="0">
                  <c:v>153</c:v>
                </c:pt>
                <c:pt idx="1">
                  <c:v>106</c:v>
                </c:pt>
                <c:pt idx="2">
                  <c:v>121</c:v>
                </c:pt>
                <c:pt idx="3">
                  <c:v>146</c:v>
                </c:pt>
                <c:pt idx="4">
                  <c:v>142</c:v>
                </c:pt>
                <c:pt idx="5">
                  <c:v>150</c:v>
                </c:pt>
                <c:pt idx="6">
                  <c:v>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0C-4F50-9B9E-C299E7FDB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49939455"/>
        <c:axId val="849927455"/>
      </c:lineChart>
      <c:catAx>
        <c:axId val="849939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Day</a:t>
                </a:r>
                <a:r>
                  <a:rPr lang="en-ZA" baseline="0"/>
                  <a:t> of the week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927455"/>
        <c:crosses val="autoZero"/>
        <c:auto val="1"/>
        <c:lblAlgn val="ctr"/>
        <c:lblOffset val="100"/>
        <c:noMultiLvlLbl val="0"/>
      </c:catAx>
      <c:valAx>
        <c:axId val="849927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Number</a:t>
                </a:r>
                <a:r>
                  <a:rPr lang="en-ZA" baseline="0"/>
                  <a:t> of users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939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[BrightTV_Viewership.csv.xlsx]Channel Performance!PivotTable3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Channel</a:t>
            </a:r>
            <a:r>
              <a:rPr lang="en-US" baseline="0"/>
              <a:t> Performance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'Channel Performance'!$B$3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'Channel Performance'!$A$4:$A$23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'Channel Performance'!$B$4:$B$23</c:f>
              <c:numCache>
                <c:formatCode>General</c:formatCode>
                <c:ptCount val="19"/>
                <c:pt idx="0">
                  <c:v>859</c:v>
                </c:pt>
                <c:pt idx="1">
                  <c:v>714</c:v>
                </c:pt>
                <c:pt idx="2">
                  <c:v>66</c:v>
                </c:pt>
                <c:pt idx="3">
                  <c:v>793</c:v>
                </c:pt>
                <c:pt idx="4">
                  <c:v>1050</c:v>
                </c:pt>
                <c:pt idx="5">
                  <c:v>505</c:v>
                </c:pt>
                <c:pt idx="6">
                  <c:v>107</c:v>
                </c:pt>
                <c:pt idx="7">
                  <c:v>367</c:v>
                </c:pt>
                <c:pt idx="8">
                  <c:v>1465</c:v>
                </c:pt>
                <c:pt idx="9">
                  <c:v>45</c:v>
                </c:pt>
                <c:pt idx="10">
                  <c:v>2</c:v>
                </c:pt>
                <c:pt idx="11">
                  <c:v>32</c:v>
                </c:pt>
                <c:pt idx="12">
                  <c:v>116</c:v>
                </c:pt>
                <c:pt idx="13">
                  <c:v>255</c:v>
                </c:pt>
                <c:pt idx="14">
                  <c:v>896</c:v>
                </c:pt>
                <c:pt idx="15">
                  <c:v>1662</c:v>
                </c:pt>
                <c:pt idx="16">
                  <c:v>952</c:v>
                </c:pt>
                <c:pt idx="17">
                  <c:v>111</c:v>
                </c:pt>
                <c:pt idx="1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0-40EC-B8AA-D5D93B05E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07085599"/>
        <c:axId val="907086559"/>
      </c:barChart>
      <c:catAx>
        <c:axId val="9070855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Channels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7086559"/>
        <c:crosses val="autoZero"/>
        <c:auto val="1"/>
        <c:lblAlgn val="ctr"/>
        <c:lblOffset val="100"/>
        <c:noMultiLvlLbl val="0"/>
      </c:catAx>
      <c:valAx>
        <c:axId val="907086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Number</a:t>
                </a:r>
                <a:r>
                  <a:rPr lang="en-ZA" baseline="0"/>
                  <a:t> of Sessions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708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[BrightTV_Viewership.csv.xlsx]One Time Users!PivotTable8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User</a:t>
            </a:r>
            <a:r>
              <a:rPr lang="en-US" baseline="0"/>
              <a:t> Activity</a:t>
            </a:r>
            <a:endParaRPr lang="en-US"/>
          </a:p>
        </c:rich>
      </c:tx>
      <c:layout>
        <c:manualLayout>
          <c:xMode val="edge"/>
          <c:yMode val="edge"/>
          <c:x val="0.38033171664995324"/>
          <c:y val="2.039925045421026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'One Time Users'!$B$3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'One Time Users'!$A$4:$A$208</c:f>
              <c:strCache>
                <c:ptCount val="204"/>
                <c:pt idx="0">
                  <c:v>1445</c:v>
                </c:pt>
                <c:pt idx="1">
                  <c:v>18031</c:v>
                </c:pt>
                <c:pt idx="2">
                  <c:v>492897</c:v>
                </c:pt>
                <c:pt idx="3">
                  <c:v>507286</c:v>
                </c:pt>
                <c:pt idx="4">
                  <c:v>521247</c:v>
                </c:pt>
                <c:pt idx="5">
                  <c:v>549032</c:v>
                </c:pt>
                <c:pt idx="6">
                  <c:v>597265</c:v>
                </c:pt>
                <c:pt idx="7">
                  <c:v>597268</c:v>
                </c:pt>
                <c:pt idx="8">
                  <c:v>600713</c:v>
                </c:pt>
                <c:pt idx="9">
                  <c:v>736517</c:v>
                </c:pt>
                <c:pt idx="10">
                  <c:v>742848</c:v>
                </c:pt>
                <c:pt idx="11">
                  <c:v>761775</c:v>
                </c:pt>
                <c:pt idx="12">
                  <c:v>764296</c:v>
                </c:pt>
                <c:pt idx="13">
                  <c:v>764396</c:v>
                </c:pt>
                <c:pt idx="14">
                  <c:v>764429</c:v>
                </c:pt>
                <c:pt idx="15">
                  <c:v>770963</c:v>
                </c:pt>
                <c:pt idx="16">
                  <c:v>771003</c:v>
                </c:pt>
                <c:pt idx="17">
                  <c:v>771048</c:v>
                </c:pt>
                <c:pt idx="18">
                  <c:v>771783</c:v>
                </c:pt>
                <c:pt idx="19">
                  <c:v>771791</c:v>
                </c:pt>
                <c:pt idx="20">
                  <c:v>771793</c:v>
                </c:pt>
                <c:pt idx="21">
                  <c:v>771796</c:v>
                </c:pt>
                <c:pt idx="22">
                  <c:v>771802</c:v>
                </c:pt>
                <c:pt idx="23">
                  <c:v>771816</c:v>
                </c:pt>
                <c:pt idx="24">
                  <c:v>771848</c:v>
                </c:pt>
                <c:pt idx="25">
                  <c:v>771849</c:v>
                </c:pt>
                <c:pt idx="26">
                  <c:v>771867</c:v>
                </c:pt>
                <c:pt idx="27">
                  <c:v>771872</c:v>
                </c:pt>
                <c:pt idx="28">
                  <c:v>771876</c:v>
                </c:pt>
                <c:pt idx="29">
                  <c:v>771877</c:v>
                </c:pt>
                <c:pt idx="30">
                  <c:v>771881</c:v>
                </c:pt>
                <c:pt idx="31">
                  <c:v>771882</c:v>
                </c:pt>
                <c:pt idx="32">
                  <c:v>771889</c:v>
                </c:pt>
                <c:pt idx="33">
                  <c:v>771911</c:v>
                </c:pt>
                <c:pt idx="34">
                  <c:v>771927</c:v>
                </c:pt>
                <c:pt idx="35">
                  <c:v>771941</c:v>
                </c:pt>
                <c:pt idx="36">
                  <c:v>771945</c:v>
                </c:pt>
                <c:pt idx="37">
                  <c:v>779369</c:v>
                </c:pt>
                <c:pt idx="38">
                  <c:v>779395</c:v>
                </c:pt>
                <c:pt idx="39">
                  <c:v>779410</c:v>
                </c:pt>
                <c:pt idx="40">
                  <c:v>779442</c:v>
                </c:pt>
                <c:pt idx="41">
                  <c:v>779485</c:v>
                </c:pt>
                <c:pt idx="42">
                  <c:v>779500</c:v>
                </c:pt>
                <c:pt idx="43">
                  <c:v>786055</c:v>
                </c:pt>
                <c:pt idx="44">
                  <c:v>788672</c:v>
                </c:pt>
                <c:pt idx="45">
                  <c:v>788725</c:v>
                </c:pt>
                <c:pt idx="46">
                  <c:v>788727</c:v>
                </c:pt>
                <c:pt idx="47">
                  <c:v>788744</c:v>
                </c:pt>
                <c:pt idx="48">
                  <c:v>788787</c:v>
                </c:pt>
                <c:pt idx="49">
                  <c:v>788792</c:v>
                </c:pt>
                <c:pt idx="50">
                  <c:v>788794</c:v>
                </c:pt>
                <c:pt idx="51">
                  <c:v>791320</c:v>
                </c:pt>
                <c:pt idx="52">
                  <c:v>793571</c:v>
                </c:pt>
                <c:pt idx="53">
                  <c:v>793616</c:v>
                </c:pt>
                <c:pt idx="54">
                  <c:v>793649</c:v>
                </c:pt>
                <c:pt idx="55">
                  <c:v>793662</c:v>
                </c:pt>
                <c:pt idx="56">
                  <c:v>793670</c:v>
                </c:pt>
                <c:pt idx="57">
                  <c:v>793693</c:v>
                </c:pt>
                <c:pt idx="58">
                  <c:v>803575</c:v>
                </c:pt>
                <c:pt idx="59">
                  <c:v>808915</c:v>
                </c:pt>
                <c:pt idx="60">
                  <c:v>808916</c:v>
                </c:pt>
                <c:pt idx="61">
                  <c:v>808917</c:v>
                </c:pt>
                <c:pt idx="62">
                  <c:v>808921</c:v>
                </c:pt>
                <c:pt idx="63">
                  <c:v>808923</c:v>
                </c:pt>
                <c:pt idx="64">
                  <c:v>808926</c:v>
                </c:pt>
                <c:pt idx="65">
                  <c:v>808928</c:v>
                </c:pt>
                <c:pt idx="66">
                  <c:v>808929</c:v>
                </c:pt>
                <c:pt idx="67">
                  <c:v>808930</c:v>
                </c:pt>
                <c:pt idx="68">
                  <c:v>808934</c:v>
                </c:pt>
                <c:pt idx="69">
                  <c:v>808936</c:v>
                </c:pt>
                <c:pt idx="70">
                  <c:v>808948</c:v>
                </c:pt>
                <c:pt idx="71">
                  <c:v>808949</c:v>
                </c:pt>
                <c:pt idx="72">
                  <c:v>808950</c:v>
                </c:pt>
                <c:pt idx="73">
                  <c:v>808958</c:v>
                </c:pt>
                <c:pt idx="74">
                  <c:v>808961</c:v>
                </c:pt>
                <c:pt idx="75">
                  <c:v>808965</c:v>
                </c:pt>
                <c:pt idx="76">
                  <c:v>808966</c:v>
                </c:pt>
                <c:pt idx="77">
                  <c:v>808969</c:v>
                </c:pt>
                <c:pt idx="78">
                  <c:v>808971</c:v>
                </c:pt>
                <c:pt idx="79">
                  <c:v>808983</c:v>
                </c:pt>
                <c:pt idx="80">
                  <c:v>808988</c:v>
                </c:pt>
                <c:pt idx="81">
                  <c:v>808997</c:v>
                </c:pt>
                <c:pt idx="82">
                  <c:v>809000</c:v>
                </c:pt>
                <c:pt idx="83">
                  <c:v>809006</c:v>
                </c:pt>
                <c:pt idx="84">
                  <c:v>809008</c:v>
                </c:pt>
                <c:pt idx="85">
                  <c:v>809010</c:v>
                </c:pt>
                <c:pt idx="86">
                  <c:v>809011</c:v>
                </c:pt>
                <c:pt idx="87">
                  <c:v>809015</c:v>
                </c:pt>
                <c:pt idx="88">
                  <c:v>809028</c:v>
                </c:pt>
                <c:pt idx="89">
                  <c:v>809034</c:v>
                </c:pt>
                <c:pt idx="90">
                  <c:v>809035</c:v>
                </c:pt>
                <c:pt idx="91">
                  <c:v>809039</c:v>
                </c:pt>
                <c:pt idx="92">
                  <c:v>809043</c:v>
                </c:pt>
                <c:pt idx="93">
                  <c:v>809045</c:v>
                </c:pt>
                <c:pt idx="94">
                  <c:v>809047</c:v>
                </c:pt>
                <c:pt idx="95">
                  <c:v>809048</c:v>
                </c:pt>
                <c:pt idx="96">
                  <c:v>809056</c:v>
                </c:pt>
                <c:pt idx="97">
                  <c:v>809063</c:v>
                </c:pt>
                <c:pt idx="98">
                  <c:v>809072</c:v>
                </c:pt>
                <c:pt idx="99">
                  <c:v>809076</c:v>
                </c:pt>
                <c:pt idx="100">
                  <c:v>809079</c:v>
                </c:pt>
                <c:pt idx="101">
                  <c:v>809081</c:v>
                </c:pt>
                <c:pt idx="102">
                  <c:v>809083</c:v>
                </c:pt>
                <c:pt idx="103">
                  <c:v>809085</c:v>
                </c:pt>
                <c:pt idx="104">
                  <c:v>809087</c:v>
                </c:pt>
                <c:pt idx="105">
                  <c:v>816289</c:v>
                </c:pt>
                <c:pt idx="106">
                  <c:v>817216</c:v>
                </c:pt>
                <c:pt idx="107">
                  <c:v>817317</c:v>
                </c:pt>
                <c:pt idx="108">
                  <c:v>819358</c:v>
                </c:pt>
                <c:pt idx="109">
                  <c:v>820335</c:v>
                </c:pt>
                <c:pt idx="110">
                  <c:v>820361</c:v>
                </c:pt>
                <c:pt idx="111">
                  <c:v>820387</c:v>
                </c:pt>
                <c:pt idx="112">
                  <c:v>820398</c:v>
                </c:pt>
                <c:pt idx="113">
                  <c:v>820443</c:v>
                </c:pt>
                <c:pt idx="114">
                  <c:v>820492</c:v>
                </c:pt>
                <c:pt idx="115">
                  <c:v>820513</c:v>
                </c:pt>
                <c:pt idx="116">
                  <c:v>830923</c:v>
                </c:pt>
                <c:pt idx="117">
                  <c:v>831683</c:v>
                </c:pt>
                <c:pt idx="118">
                  <c:v>831713</c:v>
                </c:pt>
                <c:pt idx="119">
                  <c:v>831720</c:v>
                </c:pt>
                <c:pt idx="120">
                  <c:v>831721</c:v>
                </c:pt>
                <c:pt idx="121">
                  <c:v>831732</c:v>
                </c:pt>
                <c:pt idx="122">
                  <c:v>831755</c:v>
                </c:pt>
                <c:pt idx="123">
                  <c:v>831766</c:v>
                </c:pt>
                <c:pt idx="124">
                  <c:v>831775</c:v>
                </c:pt>
                <c:pt idx="125">
                  <c:v>831788</c:v>
                </c:pt>
                <c:pt idx="126">
                  <c:v>831789</c:v>
                </c:pt>
                <c:pt idx="127">
                  <c:v>831810</c:v>
                </c:pt>
                <c:pt idx="128">
                  <c:v>831820</c:v>
                </c:pt>
                <c:pt idx="129">
                  <c:v>831826</c:v>
                </c:pt>
                <c:pt idx="130">
                  <c:v>850656</c:v>
                </c:pt>
                <c:pt idx="131">
                  <c:v>858517</c:v>
                </c:pt>
                <c:pt idx="132">
                  <c:v>859311</c:v>
                </c:pt>
                <c:pt idx="133">
                  <c:v>865372</c:v>
                </c:pt>
                <c:pt idx="134">
                  <c:v>865413</c:v>
                </c:pt>
                <c:pt idx="135">
                  <c:v>866192</c:v>
                </c:pt>
                <c:pt idx="136">
                  <c:v>866205</c:v>
                </c:pt>
                <c:pt idx="137">
                  <c:v>866231</c:v>
                </c:pt>
                <c:pt idx="138">
                  <c:v>866244</c:v>
                </c:pt>
                <c:pt idx="139">
                  <c:v>866251</c:v>
                </c:pt>
                <c:pt idx="140">
                  <c:v>866270</c:v>
                </c:pt>
                <c:pt idx="141">
                  <c:v>866302</c:v>
                </c:pt>
                <c:pt idx="142">
                  <c:v>866310</c:v>
                </c:pt>
                <c:pt idx="143">
                  <c:v>868892</c:v>
                </c:pt>
                <c:pt idx="144">
                  <c:v>868895</c:v>
                </c:pt>
                <c:pt idx="145">
                  <c:v>868986</c:v>
                </c:pt>
                <c:pt idx="146">
                  <c:v>869019</c:v>
                </c:pt>
                <c:pt idx="147">
                  <c:v>892453</c:v>
                </c:pt>
                <c:pt idx="148">
                  <c:v>892461</c:v>
                </c:pt>
                <c:pt idx="149">
                  <c:v>892465</c:v>
                </c:pt>
                <c:pt idx="150">
                  <c:v>892515</c:v>
                </c:pt>
                <c:pt idx="151">
                  <c:v>892523</c:v>
                </c:pt>
                <c:pt idx="152">
                  <c:v>892558</c:v>
                </c:pt>
                <c:pt idx="153">
                  <c:v>892587</c:v>
                </c:pt>
                <c:pt idx="154">
                  <c:v>904063</c:v>
                </c:pt>
                <c:pt idx="155">
                  <c:v>904101</c:v>
                </c:pt>
                <c:pt idx="156">
                  <c:v>904174</c:v>
                </c:pt>
                <c:pt idx="157">
                  <c:v>904274</c:v>
                </c:pt>
                <c:pt idx="158">
                  <c:v>904299</c:v>
                </c:pt>
                <c:pt idx="159">
                  <c:v>904340</c:v>
                </c:pt>
                <c:pt idx="160">
                  <c:v>918332</c:v>
                </c:pt>
                <c:pt idx="161">
                  <c:v>919229</c:v>
                </c:pt>
                <c:pt idx="162">
                  <c:v>930015</c:v>
                </c:pt>
                <c:pt idx="163">
                  <c:v>930094</c:v>
                </c:pt>
                <c:pt idx="164">
                  <c:v>930123</c:v>
                </c:pt>
                <c:pt idx="165">
                  <c:v>939600</c:v>
                </c:pt>
                <c:pt idx="166">
                  <c:v>939602</c:v>
                </c:pt>
                <c:pt idx="167">
                  <c:v>939619</c:v>
                </c:pt>
                <c:pt idx="168">
                  <c:v>939622</c:v>
                </c:pt>
                <c:pt idx="169">
                  <c:v>939624</c:v>
                </c:pt>
                <c:pt idx="170">
                  <c:v>939659</c:v>
                </c:pt>
                <c:pt idx="171">
                  <c:v>939668</c:v>
                </c:pt>
                <c:pt idx="172">
                  <c:v>939679</c:v>
                </c:pt>
                <c:pt idx="173">
                  <c:v>939680</c:v>
                </c:pt>
                <c:pt idx="174">
                  <c:v>939694</c:v>
                </c:pt>
                <c:pt idx="175">
                  <c:v>939695</c:v>
                </c:pt>
                <c:pt idx="176">
                  <c:v>939712</c:v>
                </c:pt>
                <c:pt idx="177">
                  <c:v>939717</c:v>
                </c:pt>
                <c:pt idx="178">
                  <c:v>939719</c:v>
                </c:pt>
                <c:pt idx="179">
                  <c:v>939729</c:v>
                </c:pt>
                <c:pt idx="180">
                  <c:v>939732</c:v>
                </c:pt>
                <c:pt idx="181">
                  <c:v>939766</c:v>
                </c:pt>
                <c:pt idx="182">
                  <c:v>997491</c:v>
                </c:pt>
                <c:pt idx="183">
                  <c:v>1106084</c:v>
                </c:pt>
                <c:pt idx="184">
                  <c:v>1106115</c:v>
                </c:pt>
                <c:pt idx="185">
                  <c:v>1106137</c:v>
                </c:pt>
                <c:pt idx="186">
                  <c:v>1106301</c:v>
                </c:pt>
                <c:pt idx="187">
                  <c:v>2090526</c:v>
                </c:pt>
                <c:pt idx="188">
                  <c:v>2090555</c:v>
                </c:pt>
                <c:pt idx="189">
                  <c:v>2203323</c:v>
                </c:pt>
                <c:pt idx="190">
                  <c:v>2255459</c:v>
                </c:pt>
                <c:pt idx="191">
                  <c:v>2255518</c:v>
                </c:pt>
                <c:pt idx="192">
                  <c:v>2255559</c:v>
                </c:pt>
                <c:pt idx="193">
                  <c:v>2285609</c:v>
                </c:pt>
                <c:pt idx="194">
                  <c:v>2285664</c:v>
                </c:pt>
                <c:pt idx="195">
                  <c:v>2285716</c:v>
                </c:pt>
                <c:pt idx="196">
                  <c:v>2359724</c:v>
                </c:pt>
                <c:pt idx="197">
                  <c:v>2359771</c:v>
                </c:pt>
                <c:pt idx="198">
                  <c:v>2368357</c:v>
                </c:pt>
                <c:pt idx="199">
                  <c:v>2368559</c:v>
                </c:pt>
                <c:pt idx="200">
                  <c:v>2368568</c:v>
                </c:pt>
                <c:pt idx="201">
                  <c:v>2368583</c:v>
                </c:pt>
                <c:pt idx="202">
                  <c:v>2407123</c:v>
                </c:pt>
                <c:pt idx="203">
                  <c:v>2425806</c:v>
                </c:pt>
              </c:strCache>
            </c:strRef>
          </c:cat>
          <c:val>
            <c:numRef>
              <c:f>'One Time Users'!$B$4:$B$208</c:f>
              <c:numCache>
                <c:formatCode>General</c:formatCode>
                <c:ptCount val="20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8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5</c:v>
                </c:pt>
                <c:pt idx="14">
                  <c:v>2</c:v>
                </c:pt>
                <c:pt idx="15">
                  <c:v>2</c:v>
                </c:pt>
                <c:pt idx="16">
                  <c:v>3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4</c:v>
                </c:pt>
                <c:pt idx="21">
                  <c:v>6</c:v>
                </c:pt>
                <c:pt idx="22">
                  <c:v>6</c:v>
                </c:pt>
                <c:pt idx="23">
                  <c:v>8</c:v>
                </c:pt>
                <c:pt idx="24">
                  <c:v>5</c:v>
                </c:pt>
                <c:pt idx="25">
                  <c:v>3</c:v>
                </c:pt>
                <c:pt idx="26">
                  <c:v>10</c:v>
                </c:pt>
                <c:pt idx="27">
                  <c:v>3</c:v>
                </c:pt>
                <c:pt idx="28">
                  <c:v>6</c:v>
                </c:pt>
                <c:pt idx="29">
                  <c:v>2</c:v>
                </c:pt>
                <c:pt idx="30">
                  <c:v>4</c:v>
                </c:pt>
                <c:pt idx="31">
                  <c:v>3</c:v>
                </c:pt>
                <c:pt idx="32">
                  <c:v>2</c:v>
                </c:pt>
                <c:pt idx="33">
                  <c:v>6</c:v>
                </c:pt>
                <c:pt idx="34">
                  <c:v>7</c:v>
                </c:pt>
                <c:pt idx="35">
                  <c:v>6</c:v>
                </c:pt>
                <c:pt idx="36">
                  <c:v>5</c:v>
                </c:pt>
                <c:pt idx="37">
                  <c:v>3</c:v>
                </c:pt>
                <c:pt idx="38">
                  <c:v>2</c:v>
                </c:pt>
                <c:pt idx="39">
                  <c:v>2</c:v>
                </c:pt>
                <c:pt idx="40">
                  <c:v>3</c:v>
                </c:pt>
                <c:pt idx="41">
                  <c:v>7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3</c:v>
                </c:pt>
                <c:pt idx="46">
                  <c:v>4</c:v>
                </c:pt>
                <c:pt idx="47">
                  <c:v>2</c:v>
                </c:pt>
                <c:pt idx="48">
                  <c:v>2</c:v>
                </c:pt>
                <c:pt idx="49">
                  <c:v>4</c:v>
                </c:pt>
                <c:pt idx="50">
                  <c:v>4</c:v>
                </c:pt>
                <c:pt idx="51">
                  <c:v>3</c:v>
                </c:pt>
                <c:pt idx="52">
                  <c:v>4</c:v>
                </c:pt>
                <c:pt idx="53">
                  <c:v>2</c:v>
                </c:pt>
                <c:pt idx="54">
                  <c:v>3</c:v>
                </c:pt>
                <c:pt idx="55">
                  <c:v>3</c:v>
                </c:pt>
                <c:pt idx="56">
                  <c:v>4</c:v>
                </c:pt>
                <c:pt idx="57">
                  <c:v>4</c:v>
                </c:pt>
                <c:pt idx="58">
                  <c:v>3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5</c:v>
                </c:pt>
                <c:pt idx="65">
                  <c:v>2</c:v>
                </c:pt>
                <c:pt idx="66">
                  <c:v>2</c:v>
                </c:pt>
                <c:pt idx="67">
                  <c:v>8</c:v>
                </c:pt>
                <c:pt idx="68">
                  <c:v>10</c:v>
                </c:pt>
                <c:pt idx="69">
                  <c:v>2</c:v>
                </c:pt>
                <c:pt idx="70">
                  <c:v>10</c:v>
                </c:pt>
                <c:pt idx="71">
                  <c:v>5</c:v>
                </c:pt>
                <c:pt idx="72">
                  <c:v>11</c:v>
                </c:pt>
                <c:pt idx="73">
                  <c:v>8</c:v>
                </c:pt>
                <c:pt idx="74">
                  <c:v>2</c:v>
                </c:pt>
                <c:pt idx="75">
                  <c:v>7</c:v>
                </c:pt>
                <c:pt idx="76">
                  <c:v>11</c:v>
                </c:pt>
                <c:pt idx="77">
                  <c:v>5</c:v>
                </c:pt>
                <c:pt idx="78">
                  <c:v>7</c:v>
                </c:pt>
                <c:pt idx="79">
                  <c:v>2</c:v>
                </c:pt>
                <c:pt idx="80">
                  <c:v>4</c:v>
                </c:pt>
                <c:pt idx="81">
                  <c:v>6</c:v>
                </c:pt>
                <c:pt idx="82">
                  <c:v>6</c:v>
                </c:pt>
                <c:pt idx="83">
                  <c:v>2</c:v>
                </c:pt>
                <c:pt idx="84">
                  <c:v>7</c:v>
                </c:pt>
                <c:pt idx="85">
                  <c:v>3</c:v>
                </c:pt>
                <c:pt idx="86">
                  <c:v>7</c:v>
                </c:pt>
                <c:pt idx="87">
                  <c:v>10</c:v>
                </c:pt>
                <c:pt idx="88">
                  <c:v>2</c:v>
                </c:pt>
                <c:pt idx="89">
                  <c:v>2</c:v>
                </c:pt>
                <c:pt idx="90">
                  <c:v>4</c:v>
                </c:pt>
                <c:pt idx="91">
                  <c:v>3</c:v>
                </c:pt>
                <c:pt idx="92">
                  <c:v>3</c:v>
                </c:pt>
                <c:pt idx="93">
                  <c:v>2</c:v>
                </c:pt>
                <c:pt idx="94">
                  <c:v>2</c:v>
                </c:pt>
                <c:pt idx="95">
                  <c:v>5</c:v>
                </c:pt>
                <c:pt idx="96">
                  <c:v>27</c:v>
                </c:pt>
                <c:pt idx="97">
                  <c:v>3</c:v>
                </c:pt>
                <c:pt idx="98">
                  <c:v>3</c:v>
                </c:pt>
                <c:pt idx="99">
                  <c:v>17</c:v>
                </c:pt>
                <c:pt idx="100">
                  <c:v>4</c:v>
                </c:pt>
                <c:pt idx="101">
                  <c:v>4</c:v>
                </c:pt>
                <c:pt idx="102">
                  <c:v>2</c:v>
                </c:pt>
                <c:pt idx="103">
                  <c:v>11</c:v>
                </c:pt>
                <c:pt idx="104">
                  <c:v>4</c:v>
                </c:pt>
                <c:pt idx="105">
                  <c:v>2</c:v>
                </c:pt>
                <c:pt idx="106">
                  <c:v>2</c:v>
                </c:pt>
                <c:pt idx="107">
                  <c:v>6</c:v>
                </c:pt>
                <c:pt idx="108">
                  <c:v>3</c:v>
                </c:pt>
                <c:pt idx="109">
                  <c:v>6</c:v>
                </c:pt>
                <c:pt idx="110">
                  <c:v>6</c:v>
                </c:pt>
                <c:pt idx="111">
                  <c:v>4</c:v>
                </c:pt>
                <c:pt idx="112">
                  <c:v>4</c:v>
                </c:pt>
                <c:pt idx="113">
                  <c:v>3</c:v>
                </c:pt>
                <c:pt idx="114">
                  <c:v>3</c:v>
                </c:pt>
                <c:pt idx="115">
                  <c:v>10</c:v>
                </c:pt>
                <c:pt idx="116">
                  <c:v>3</c:v>
                </c:pt>
                <c:pt idx="117">
                  <c:v>3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3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3</c:v>
                </c:pt>
                <c:pt idx="126">
                  <c:v>5</c:v>
                </c:pt>
                <c:pt idx="127">
                  <c:v>2</c:v>
                </c:pt>
                <c:pt idx="128">
                  <c:v>3</c:v>
                </c:pt>
                <c:pt idx="129">
                  <c:v>2</c:v>
                </c:pt>
                <c:pt idx="130">
                  <c:v>3</c:v>
                </c:pt>
                <c:pt idx="131">
                  <c:v>2</c:v>
                </c:pt>
                <c:pt idx="132">
                  <c:v>3</c:v>
                </c:pt>
                <c:pt idx="133">
                  <c:v>2</c:v>
                </c:pt>
                <c:pt idx="134">
                  <c:v>2</c:v>
                </c:pt>
                <c:pt idx="135">
                  <c:v>3</c:v>
                </c:pt>
                <c:pt idx="136">
                  <c:v>3</c:v>
                </c:pt>
                <c:pt idx="137">
                  <c:v>2</c:v>
                </c:pt>
                <c:pt idx="138">
                  <c:v>6</c:v>
                </c:pt>
                <c:pt idx="139">
                  <c:v>2</c:v>
                </c:pt>
                <c:pt idx="140">
                  <c:v>2</c:v>
                </c:pt>
                <c:pt idx="141">
                  <c:v>3</c:v>
                </c:pt>
                <c:pt idx="142">
                  <c:v>2</c:v>
                </c:pt>
                <c:pt idx="143">
                  <c:v>2</c:v>
                </c:pt>
                <c:pt idx="144">
                  <c:v>5</c:v>
                </c:pt>
                <c:pt idx="145">
                  <c:v>2</c:v>
                </c:pt>
                <c:pt idx="146">
                  <c:v>2</c:v>
                </c:pt>
                <c:pt idx="147">
                  <c:v>2</c:v>
                </c:pt>
                <c:pt idx="148">
                  <c:v>2</c:v>
                </c:pt>
                <c:pt idx="149">
                  <c:v>6</c:v>
                </c:pt>
                <c:pt idx="150">
                  <c:v>2</c:v>
                </c:pt>
                <c:pt idx="151">
                  <c:v>9</c:v>
                </c:pt>
                <c:pt idx="152">
                  <c:v>2</c:v>
                </c:pt>
                <c:pt idx="153">
                  <c:v>2</c:v>
                </c:pt>
                <c:pt idx="154">
                  <c:v>2</c:v>
                </c:pt>
                <c:pt idx="155">
                  <c:v>3</c:v>
                </c:pt>
                <c:pt idx="156">
                  <c:v>2</c:v>
                </c:pt>
                <c:pt idx="157">
                  <c:v>3</c:v>
                </c:pt>
                <c:pt idx="158">
                  <c:v>3</c:v>
                </c:pt>
                <c:pt idx="159">
                  <c:v>3</c:v>
                </c:pt>
                <c:pt idx="160">
                  <c:v>3</c:v>
                </c:pt>
                <c:pt idx="161">
                  <c:v>2</c:v>
                </c:pt>
                <c:pt idx="162">
                  <c:v>3</c:v>
                </c:pt>
                <c:pt idx="163">
                  <c:v>2</c:v>
                </c:pt>
                <c:pt idx="164">
                  <c:v>2</c:v>
                </c:pt>
                <c:pt idx="165">
                  <c:v>3</c:v>
                </c:pt>
                <c:pt idx="166">
                  <c:v>11</c:v>
                </c:pt>
                <c:pt idx="167">
                  <c:v>2</c:v>
                </c:pt>
                <c:pt idx="168">
                  <c:v>3</c:v>
                </c:pt>
                <c:pt idx="169">
                  <c:v>6</c:v>
                </c:pt>
                <c:pt idx="170">
                  <c:v>10</c:v>
                </c:pt>
                <c:pt idx="171">
                  <c:v>4</c:v>
                </c:pt>
                <c:pt idx="172">
                  <c:v>3</c:v>
                </c:pt>
                <c:pt idx="173">
                  <c:v>6</c:v>
                </c:pt>
                <c:pt idx="174">
                  <c:v>2</c:v>
                </c:pt>
                <c:pt idx="175">
                  <c:v>3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5</c:v>
                </c:pt>
                <c:pt idx="184">
                  <c:v>2</c:v>
                </c:pt>
                <c:pt idx="185">
                  <c:v>2</c:v>
                </c:pt>
                <c:pt idx="186">
                  <c:v>2</c:v>
                </c:pt>
                <c:pt idx="187">
                  <c:v>9</c:v>
                </c:pt>
                <c:pt idx="188">
                  <c:v>4</c:v>
                </c:pt>
                <c:pt idx="189">
                  <c:v>3</c:v>
                </c:pt>
                <c:pt idx="190">
                  <c:v>2</c:v>
                </c:pt>
                <c:pt idx="191">
                  <c:v>7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9</c:v>
                </c:pt>
                <c:pt idx="197">
                  <c:v>4</c:v>
                </c:pt>
                <c:pt idx="198">
                  <c:v>4</c:v>
                </c:pt>
                <c:pt idx="199">
                  <c:v>5</c:v>
                </c:pt>
                <c:pt idx="200">
                  <c:v>5</c:v>
                </c:pt>
                <c:pt idx="201">
                  <c:v>2</c:v>
                </c:pt>
                <c:pt idx="202">
                  <c:v>3</c:v>
                </c:pt>
                <c:pt idx="20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C9-4B01-B936-D60D7675D0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9877376"/>
        <c:axId val="729878816"/>
      </c:lineChart>
      <c:catAx>
        <c:axId val="72987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878816"/>
        <c:crosses val="autoZero"/>
        <c:auto val="1"/>
        <c:lblAlgn val="ctr"/>
        <c:lblOffset val="100"/>
        <c:noMultiLvlLbl val="0"/>
      </c:catAx>
      <c:valAx>
        <c:axId val="7298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87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97852B-80B5-4D30-B2B2-353B9C17313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A7F4501-76E8-4257-A339-0B2590ED6C5B}">
      <dgm:prSet/>
      <dgm:spPr/>
      <dgm:t>
        <a:bodyPr/>
        <a:lstStyle/>
        <a:p>
          <a:r>
            <a:rPr lang="en-US"/>
            <a:t>Content type and genre (live sports, new releases, serial dramas).</a:t>
          </a:r>
        </a:p>
      </dgm:t>
    </dgm:pt>
    <dgm:pt modelId="{989A51BD-D25F-4C6A-8509-C2DF74E2F35B}" type="parTrans" cxnId="{D3CEF373-055C-48F3-BCD7-1F1A00BA2567}">
      <dgm:prSet/>
      <dgm:spPr/>
      <dgm:t>
        <a:bodyPr/>
        <a:lstStyle/>
        <a:p>
          <a:endParaRPr lang="en-US"/>
        </a:p>
      </dgm:t>
    </dgm:pt>
    <dgm:pt modelId="{3B2254D5-72DC-40C7-8198-429DF49F91C4}" type="sibTrans" cxnId="{D3CEF373-055C-48F3-BCD7-1F1A00BA2567}">
      <dgm:prSet/>
      <dgm:spPr/>
      <dgm:t>
        <a:bodyPr/>
        <a:lstStyle/>
        <a:p>
          <a:endParaRPr lang="en-US"/>
        </a:p>
      </dgm:t>
    </dgm:pt>
    <dgm:pt modelId="{9A2F55A2-F689-489E-BC35-8C4C17987E4E}">
      <dgm:prSet/>
      <dgm:spPr/>
      <dgm:t>
        <a:bodyPr/>
        <a:lstStyle/>
        <a:p>
          <a:r>
            <a:rPr lang="en-US"/>
            <a:t>Time of day and day of week (evening and weekends higher).</a:t>
          </a:r>
        </a:p>
      </dgm:t>
    </dgm:pt>
    <dgm:pt modelId="{483A3740-7F4C-4674-8E8A-1F19FDBB7A3F}" type="parTrans" cxnId="{E22847B2-2559-427A-8B04-60B03241A42D}">
      <dgm:prSet/>
      <dgm:spPr/>
      <dgm:t>
        <a:bodyPr/>
        <a:lstStyle/>
        <a:p>
          <a:endParaRPr lang="en-US"/>
        </a:p>
      </dgm:t>
    </dgm:pt>
    <dgm:pt modelId="{8F374BBD-3FE7-473D-A49F-D7FA52DD7500}" type="sibTrans" cxnId="{E22847B2-2559-427A-8B04-60B03241A42D}">
      <dgm:prSet/>
      <dgm:spPr/>
      <dgm:t>
        <a:bodyPr/>
        <a:lstStyle/>
        <a:p>
          <a:endParaRPr lang="en-US"/>
        </a:p>
      </dgm:t>
    </dgm:pt>
    <dgm:pt modelId="{1C318B0A-2058-4981-8B29-F2DFA103F43B}">
      <dgm:prSet/>
      <dgm:spPr/>
      <dgm:t>
        <a:bodyPr/>
        <a:lstStyle/>
        <a:p>
          <a:r>
            <a:rPr lang="en-US"/>
            <a:t>Promotions, new content drops, and marketing campaigns.</a:t>
          </a:r>
        </a:p>
      </dgm:t>
    </dgm:pt>
    <dgm:pt modelId="{D9486BD3-A65F-4BEE-AEE5-6E70139626EB}" type="parTrans" cxnId="{52124136-DAD8-45A4-8E57-22F85F207BA1}">
      <dgm:prSet/>
      <dgm:spPr/>
      <dgm:t>
        <a:bodyPr/>
        <a:lstStyle/>
        <a:p>
          <a:endParaRPr lang="en-US"/>
        </a:p>
      </dgm:t>
    </dgm:pt>
    <dgm:pt modelId="{AFCA682E-A56F-4791-B6E7-80E1593190AC}" type="sibTrans" cxnId="{52124136-DAD8-45A4-8E57-22F85F207BA1}">
      <dgm:prSet/>
      <dgm:spPr/>
      <dgm:t>
        <a:bodyPr/>
        <a:lstStyle/>
        <a:p>
          <a:endParaRPr lang="en-US"/>
        </a:p>
      </dgm:t>
    </dgm:pt>
    <dgm:pt modelId="{DD46D0DA-5DD3-4AE1-8347-460D1468BE19}">
      <dgm:prSet/>
      <dgm:spPr/>
      <dgm:t>
        <a:bodyPr/>
        <a:lstStyle/>
        <a:p>
          <a:r>
            <a:rPr lang="en-US"/>
            <a:t>User demographics and household internet availability.</a:t>
          </a:r>
        </a:p>
      </dgm:t>
    </dgm:pt>
    <dgm:pt modelId="{EE47E1D0-6336-4108-8575-2592EB80C84A}" type="parTrans" cxnId="{38ED6F89-4C43-429F-AEA9-3A6023692E64}">
      <dgm:prSet/>
      <dgm:spPr/>
      <dgm:t>
        <a:bodyPr/>
        <a:lstStyle/>
        <a:p>
          <a:endParaRPr lang="en-US"/>
        </a:p>
      </dgm:t>
    </dgm:pt>
    <dgm:pt modelId="{F5123C27-7F41-46FC-9713-7478A7402F1A}" type="sibTrans" cxnId="{38ED6F89-4C43-429F-AEA9-3A6023692E64}">
      <dgm:prSet/>
      <dgm:spPr/>
      <dgm:t>
        <a:bodyPr/>
        <a:lstStyle/>
        <a:p>
          <a:endParaRPr lang="en-US"/>
        </a:p>
      </dgm:t>
    </dgm:pt>
    <dgm:pt modelId="{162DAB61-C7C9-4268-83D2-1316AD7693AF}">
      <dgm:prSet/>
      <dgm:spPr/>
      <dgm:t>
        <a:bodyPr/>
        <a:lstStyle/>
        <a:p>
          <a:r>
            <a:rPr lang="en-US"/>
            <a:t>Platform performance (stream quality), pricing and bundle offers.</a:t>
          </a:r>
        </a:p>
      </dgm:t>
    </dgm:pt>
    <dgm:pt modelId="{BC92E064-7010-47B9-B432-9E966D699C46}" type="parTrans" cxnId="{46A76D29-A4E3-4FF2-831A-A045015F0984}">
      <dgm:prSet/>
      <dgm:spPr/>
      <dgm:t>
        <a:bodyPr/>
        <a:lstStyle/>
        <a:p>
          <a:endParaRPr lang="en-US"/>
        </a:p>
      </dgm:t>
    </dgm:pt>
    <dgm:pt modelId="{45F5CE86-CDD8-4D2F-84CF-48886313B767}" type="sibTrans" cxnId="{46A76D29-A4E3-4FF2-831A-A045015F0984}">
      <dgm:prSet/>
      <dgm:spPr/>
      <dgm:t>
        <a:bodyPr/>
        <a:lstStyle/>
        <a:p>
          <a:endParaRPr lang="en-US"/>
        </a:p>
      </dgm:t>
    </dgm:pt>
    <dgm:pt modelId="{93192C6C-6B3E-4A1A-9730-1ABC9222F24D}" type="pres">
      <dgm:prSet presAssocID="{1C97852B-80B5-4D30-B2B2-353B9C173138}" presName="linear" presStyleCnt="0">
        <dgm:presLayoutVars>
          <dgm:animLvl val="lvl"/>
          <dgm:resizeHandles val="exact"/>
        </dgm:presLayoutVars>
      </dgm:prSet>
      <dgm:spPr/>
    </dgm:pt>
    <dgm:pt modelId="{627DBB73-319B-4EF7-8C39-108621EA8E5A}" type="pres">
      <dgm:prSet presAssocID="{9A7F4501-76E8-4257-A339-0B2590ED6C5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444BB01-9CB5-4002-9D79-E2592BD0757A}" type="pres">
      <dgm:prSet presAssocID="{3B2254D5-72DC-40C7-8198-429DF49F91C4}" presName="spacer" presStyleCnt="0"/>
      <dgm:spPr/>
    </dgm:pt>
    <dgm:pt modelId="{0B9C2864-73C4-40B2-AFDE-E26E65F824BA}" type="pres">
      <dgm:prSet presAssocID="{9A2F55A2-F689-489E-BC35-8C4C17987E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CF21651-65AF-4699-B1F4-13DAADBC3B4C}" type="pres">
      <dgm:prSet presAssocID="{8F374BBD-3FE7-473D-A49F-D7FA52DD7500}" presName="spacer" presStyleCnt="0"/>
      <dgm:spPr/>
    </dgm:pt>
    <dgm:pt modelId="{781CE24C-3495-452E-9F5B-33BF4857C993}" type="pres">
      <dgm:prSet presAssocID="{1C318B0A-2058-4981-8B29-F2DFA103F43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EA0F246-7886-4B32-B097-A4A2503D55FE}" type="pres">
      <dgm:prSet presAssocID="{AFCA682E-A56F-4791-B6E7-80E1593190AC}" presName="spacer" presStyleCnt="0"/>
      <dgm:spPr/>
    </dgm:pt>
    <dgm:pt modelId="{917DB229-9EC1-4743-87FC-10C1334CCEAC}" type="pres">
      <dgm:prSet presAssocID="{DD46D0DA-5DD3-4AE1-8347-460D1468BE1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7B997F6-EE95-4566-9686-D0686C1F51B5}" type="pres">
      <dgm:prSet presAssocID="{F5123C27-7F41-46FC-9713-7478A7402F1A}" presName="spacer" presStyleCnt="0"/>
      <dgm:spPr/>
    </dgm:pt>
    <dgm:pt modelId="{2C649D86-7D3C-4565-9A5B-1BE0608658E4}" type="pres">
      <dgm:prSet presAssocID="{162DAB61-C7C9-4268-83D2-1316AD7693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363B410-6D9C-4BE3-BE06-1B3BD7A49AFA}" type="presOf" srcId="{9A7F4501-76E8-4257-A339-0B2590ED6C5B}" destId="{627DBB73-319B-4EF7-8C39-108621EA8E5A}" srcOrd="0" destOrd="0" presId="urn:microsoft.com/office/officeart/2005/8/layout/vList2"/>
    <dgm:cxn modelId="{46A76D29-A4E3-4FF2-831A-A045015F0984}" srcId="{1C97852B-80B5-4D30-B2B2-353B9C173138}" destId="{162DAB61-C7C9-4268-83D2-1316AD7693AF}" srcOrd="4" destOrd="0" parTransId="{BC92E064-7010-47B9-B432-9E966D699C46}" sibTransId="{45F5CE86-CDD8-4D2F-84CF-48886313B767}"/>
    <dgm:cxn modelId="{ACC5B233-09B7-4DFB-927B-02F8207FB6B6}" type="presOf" srcId="{1C318B0A-2058-4981-8B29-F2DFA103F43B}" destId="{781CE24C-3495-452E-9F5B-33BF4857C993}" srcOrd="0" destOrd="0" presId="urn:microsoft.com/office/officeart/2005/8/layout/vList2"/>
    <dgm:cxn modelId="{52124136-DAD8-45A4-8E57-22F85F207BA1}" srcId="{1C97852B-80B5-4D30-B2B2-353B9C173138}" destId="{1C318B0A-2058-4981-8B29-F2DFA103F43B}" srcOrd="2" destOrd="0" parTransId="{D9486BD3-A65F-4BEE-AEE5-6E70139626EB}" sibTransId="{AFCA682E-A56F-4791-B6E7-80E1593190AC}"/>
    <dgm:cxn modelId="{1151824C-C904-42F7-9205-F3196799063C}" type="presOf" srcId="{162DAB61-C7C9-4268-83D2-1316AD7693AF}" destId="{2C649D86-7D3C-4565-9A5B-1BE0608658E4}" srcOrd="0" destOrd="0" presId="urn:microsoft.com/office/officeart/2005/8/layout/vList2"/>
    <dgm:cxn modelId="{D3CEF373-055C-48F3-BCD7-1F1A00BA2567}" srcId="{1C97852B-80B5-4D30-B2B2-353B9C173138}" destId="{9A7F4501-76E8-4257-A339-0B2590ED6C5B}" srcOrd="0" destOrd="0" parTransId="{989A51BD-D25F-4C6A-8509-C2DF74E2F35B}" sibTransId="{3B2254D5-72DC-40C7-8198-429DF49F91C4}"/>
    <dgm:cxn modelId="{6FE67A7E-C9AF-4D88-88FF-1838C9107B08}" type="presOf" srcId="{9A2F55A2-F689-489E-BC35-8C4C17987E4E}" destId="{0B9C2864-73C4-40B2-AFDE-E26E65F824BA}" srcOrd="0" destOrd="0" presId="urn:microsoft.com/office/officeart/2005/8/layout/vList2"/>
    <dgm:cxn modelId="{38ED6F89-4C43-429F-AEA9-3A6023692E64}" srcId="{1C97852B-80B5-4D30-B2B2-353B9C173138}" destId="{DD46D0DA-5DD3-4AE1-8347-460D1468BE19}" srcOrd="3" destOrd="0" parTransId="{EE47E1D0-6336-4108-8575-2592EB80C84A}" sibTransId="{F5123C27-7F41-46FC-9713-7478A7402F1A}"/>
    <dgm:cxn modelId="{E22847B2-2559-427A-8B04-60B03241A42D}" srcId="{1C97852B-80B5-4D30-B2B2-353B9C173138}" destId="{9A2F55A2-F689-489E-BC35-8C4C17987E4E}" srcOrd="1" destOrd="0" parTransId="{483A3740-7F4C-4674-8E8A-1F19FDBB7A3F}" sibTransId="{8F374BBD-3FE7-473D-A49F-D7FA52DD7500}"/>
    <dgm:cxn modelId="{717C82D5-A36D-4A2F-B2E9-860DA8706C0C}" type="presOf" srcId="{DD46D0DA-5DD3-4AE1-8347-460D1468BE19}" destId="{917DB229-9EC1-4743-87FC-10C1334CCEAC}" srcOrd="0" destOrd="0" presId="urn:microsoft.com/office/officeart/2005/8/layout/vList2"/>
    <dgm:cxn modelId="{1B7EE1FB-F4B2-49E8-99CE-5703FBB1C2CD}" type="presOf" srcId="{1C97852B-80B5-4D30-B2B2-353B9C173138}" destId="{93192C6C-6B3E-4A1A-9730-1ABC9222F24D}" srcOrd="0" destOrd="0" presId="urn:microsoft.com/office/officeart/2005/8/layout/vList2"/>
    <dgm:cxn modelId="{2D16B46F-CFFE-4407-A6A0-6A433CB68FAD}" type="presParOf" srcId="{93192C6C-6B3E-4A1A-9730-1ABC9222F24D}" destId="{627DBB73-319B-4EF7-8C39-108621EA8E5A}" srcOrd="0" destOrd="0" presId="urn:microsoft.com/office/officeart/2005/8/layout/vList2"/>
    <dgm:cxn modelId="{01C24CDD-2AB6-45A8-9771-C1BDAD664AAC}" type="presParOf" srcId="{93192C6C-6B3E-4A1A-9730-1ABC9222F24D}" destId="{4444BB01-9CB5-4002-9D79-E2592BD0757A}" srcOrd="1" destOrd="0" presId="urn:microsoft.com/office/officeart/2005/8/layout/vList2"/>
    <dgm:cxn modelId="{E525768E-94C5-4E90-9765-091DDDC29766}" type="presParOf" srcId="{93192C6C-6B3E-4A1A-9730-1ABC9222F24D}" destId="{0B9C2864-73C4-40B2-AFDE-E26E65F824BA}" srcOrd="2" destOrd="0" presId="urn:microsoft.com/office/officeart/2005/8/layout/vList2"/>
    <dgm:cxn modelId="{D21675ED-D21F-4862-9486-E02169945041}" type="presParOf" srcId="{93192C6C-6B3E-4A1A-9730-1ABC9222F24D}" destId="{DCF21651-65AF-4699-B1F4-13DAADBC3B4C}" srcOrd="3" destOrd="0" presId="urn:microsoft.com/office/officeart/2005/8/layout/vList2"/>
    <dgm:cxn modelId="{3E535C0C-C840-4C2B-BE39-725DB75AB6CE}" type="presParOf" srcId="{93192C6C-6B3E-4A1A-9730-1ABC9222F24D}" destId="{781CE24C-3495-452E-9F5B-33BF4857C993}" srcOrd="4" destOrd="0" presId="urn:microsoft.com/office/officeart/2005/8/layout/vList2"/>
    <dgm:cxn modelId="{3FA6EBAB-9CA4-48AB-807D-0F65C29D338D}" type="presParOf" srcId="{93192C6C-6B3E-4A1A-9730-1ABC9222F24D}" destId="{BEA0F246-7886-4B32-B097-A4A2503D55FE}" srcOrd="5" destOrd="0" presId="urn:microsoft.com/office/officeart/2005/8/layout/vList2"/>
    <dgm:cxn modelId="{DBD0C88B-FF05-4204-8A55-062A02154B4B}" type="presParOf" srcId="{93192C6C-6B3E-4A1A-9730-1ABC9222F24D}" destId="{917DB229-9EC1-4743-87FC-10C1334CCEAC}" srcOrd="6" destOrd="0" presId="urn:microsoft.com/office/officeart/2005/8/layout/vList2"/>
    <dgm:cxn modelId="{D4159D2D-7105-4764-B3CC-CE66F9D278CB}" type="presParOf" srcId="{93192C6C-6B3E-4A1A-9730-1ABC9222F24D}" destId="{07B997F6-EE95-4566-9686-D0686C1F51B5}" srcOrd="7" destOrd="0" presId="urn:microsoft.com/office/officeart/2005/8/layout/vList2"/>
    <dgm:cxn modelId="{4E8146A9-69FD-41AD-AD03-049E00DD9F58}" type="presParOf" srcId="{93192C6C-6B3E-4A1A-9730-1ABC9222F24D}" destId="{2C649D86-7D3C-4565-9A5B-1BE0608658E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32AA59-005B-438B-829F-87C52EED816D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D60FD5-359C-41DA-AB79-75B07148EA17}">
      <dgm:prSet/>
      <dgm:spPr/>
      <dgm:t>
        <a:bodyPr/>
        <a:lstStyle/>
        <a:p>
          <a:r>
            <a:rPr lang="en-US"/>
            <a:t>Schedule exclusive premieres or episodic drops mid-week (e.g., Tuesday/Wednesday) to create habitual viewing.</a:t>
          </a:r>
        </a:p>
      </dgm:t>
    </dgm:pt>
    <dgm:pt modelId="{B5DBE240-AA60-4307-A0F6-D3270C268437}" type="parTrans" cxnId="{D106A71B-A662-4CE4-8FCB-4ACD3FFF53A8}">
      <dgm:prSet/>
      <dgm:spPr/>
      <dgm:t>
        <a:bodyPr/>
        <a:lstStyle/>
        <a:p>
          <a:endParaRPr lang="en-US"/>
        </a:p>
      </dgm:t>
    </dgm:pt>
    <dgm:pt modelId="{B2BF3D03-56B2-421D-B1A9-4805CA587BAE}" type="sibTrans" cxnId="{D106A71B-A662-4CE4-8FCB-4ACD3FFF53A8}">
      <dgm:prSet/>
      <dgm:spPr/>
      <dgm:t>
        <a:bodyPr/>
        <a:lstStyle/>
        <a:p>
          <a:endParaRPr lang="en-US"/>
        </a:p>
      </dgm:t>
    </dgm:pt>
    <dgm:pt modelId="{84CD333B-B403-4D9D-B4DD-2F5520017876}">
      <dgm:prSet/>
      <dgm:spPr/>
      <dgm:t>
        <a:bodyPr/>
        <a:lstStyle/>
        <a:p>
          <a:r>
            <a:rPr lang="en-US"/>
            <a:t>Introduce live or exclusive events (Q&amp;As, mini live shows) on low days.</a:t>
          </a:r>
        </a:p>
      </dgm:t>
    </dgm:pt>
    <dgm:pt modelId="{7ACC2D5B-7226-4328-BEF0-6A8A392C7EAC}" type="parTrans" cxnId="{7EE1DA61-909F-48FC-A1C8-CB4E7B9684C9}">
      <dgm:prSet/>
      <dgm:spPr/>
      <dgm:t>
        <a:bodyPr/>
        <a:lstStyle/>
        <a:p>
          <a:endParaRPr lang="en-US"/>
        </a:p>
      </dgm:t>
    </dgm:pt>
    <dgm:pt modelId="{ABF547ED-3466-4ED8-B2F1-25DB6751B175}" type="sibTrans" cxnId="{7EE1DA61-909F-48FC-A1C8-CB4E7B9684C9}">
      <dgm:prSet/>
      <dgm:spPr/>
      <dgm:t>
        <a:bodyPr/>
        <a:lstStyle/>
        <a:p>
          <a:endParaRPr lang="en-US"/>
        </a:p>
      </dgm:t>
    </dgm:pt>
    <dgm:pt modelId="{199B4456-F3C1-48DB-816D-9B2BCCF1B11E}">
      <dgm:prSet/>
      <dgm:spPr/>
      <dgm:t>
        <a:bodyPr/>
        <a:lstStyle/>
        <a:p>
          <a:r>
            <a:rPr lang="en-US"/>
            <a:t>Promote short-form content and highlights compilations for midday or weekday audiences.</a:t>
          </a:r>
        </a:p>
      </dgm:t>
    </dgm:pt>
    <dgm:pt modelId="{14850CEB-0ECB-4094-8A3A-E9F30732D57C}" type="parTrans" cxnId="{85749362-00D7-49BC-9473-8C83595D3E05}">
      <dgm:prSet/>
      <dgm:spPr/>
      <dgm:t>
        <a:bodyPr/>
        <a:lstStyle/>
        <a:p>
          <a:endParaRPr lang="en-US"/>
        </a:p>
      </dgm:t>
    </dgm:pt>
    <dgm:pt modelId="{FB1AA8C1-645C-4782-864C-94FD245B5A8C}" type="sibTrans" cxnId="{85749362-00D7-49BC-9473-8C83595D3E05}">
      <dgm:prSet/>
      <dgm:spPr/>
      <dgm:t>
        <a:bodyPr/>
        <a:lstStyle/>
        <a:p>
          <a:endParaRPr lang="en-US"/>
        </a:p>
      </dgm:t>
    </dgm:pt>
    <dgm:pt modelId="{E1196F15-5661-42F1-93D1-1DDE485094CB}">
      <dgm:prSet/>
      <dgm:spPr/>
      <dgm:t>
        <a:bodyPr/>
        <a:lstStyle/>
        <a:p>
          <a:r>
            <a:rPr lang="en-US"/>
            <a:t>Local-language and local-interest content to increase relevance and discovery.</a:t>
          </a:r>
        </a:p>
      </dgm:t>
    </dgm:pt>
    <dgm:pt modelId="{9831CA86-85AF-4B14-8E55-4B8A6A8B97AA}" type="parTrans" cxnId="{D1E40F7B-1754-46AA-B77F-CBC4AA71BAA2}">
      <dgm:prSet/>
      <dgm:spPr/>
      <dgm:t>
        <a:bodyPr/>
        <a:lstStyle/>
        <a:p>
          <a:endParaRPr lang="en-US"/>
        </a:p>
      </dgm:t>
    </dgm:pt>
    <dgm:pt modelId="{549A0000-2E5A-4712-9932-CFF7EAA4FD53}" type="sibTrans" cxnId="{D1E40F7B-1754-46AA-B77F-CBC4AA71BAA2}">
      <dgm:prSet/>
      <dgm:spPr/>
      <dgm:t>
        <a:bodyPr/>
        <a:lstStyle/>
        <a:p>
          <a:endParaRPr lang="en-US"/>
        </a:p>
      </dgm:t>
    </dgm:pt>
    <dgm:pt modelId="{B6410E0A-E7E0-4F86-A737-39463862900C}" type="pres">
      <dgm:prSet presAssocID="{0E32AA59-005B-438B-829F-87C52EED816D}" presName="vert0" presStyleCnt="0">
        <dgm:presLayoutVars>
          <dgm:dir/>
          <dgm:animOne val="branch"/>
          <dgm:animLvl val="lvl"/>
        </dgm:presLayoutVars>
      </dgm:prSet>
      <dgm:spPr/>
    </dgm:pt>
    <dgm:pt modelId="{E6BE9D8E-81AD-4DA4-8DDA-30BE9F9F230E}" type="pres">
      <dgm:prSet presAssocID="{31D60FD5-359C-41DA-AB79-75B07148EA17}" presName="thickLine" presStyleLbl="alignNode1" presStyleIdx="0" presStyleCnt="4"/>
      <dgm:spPr/>
    </dgm:pt>
    <dgm:pt modelId="{E6986995-C083-4C73-93E6-D4F0A07B178B}" type="pres">
      <dgm:prSet presAssocID="{31D60FD5-359C-41DA-AB79-75B07148EA17}" presName="horz1" presStyleCnt="0"/>
      <dgm:spPr/>
    </dgm:pt>
    <dgm:pt modelId="{65346838-CFEE-4FB4-B3C3-47E674E25F24}" type="pres">
      <dgm:prSet presAssocID="{31D60FD5-359C-41DA-AB79-75B07148EA17}" presName="tx1" presStyleLbl="revTx" presStyleIdx="0" presStyleCnt="4"/>
      <dgm:spPr/>
    </dgm:pt>
    <dgm:pt modelId="{0B2CF97B-D3BC-4E0B-9B35-21E5BB0335BC}" type="pres">
      <dgm:prSet presAssocID="{31D60FD5-359C-41DA-AB79-75B07148EA17}" presName="vert1" presStyleCnt="0"/>
      <dgm:spPr/>
    </dgm:pt>
    <dgm:pt modelId="{FE9456E5-1B18-4CA4-9471-7A2EA954C1F5}" type="pres">
      <dgm:prSet presAssocID="{84CD333B-B403-4D9D-B4DD-2F5520017876}" presName="thickLine" presStyleLbl="alignNode1" presStyleIdx="1" presStyleCnt="4"/>
      <dgm:spPr/>
    </dgm:pt>
    <dgm:pt modelId="{E84BCDFE-5487-4BAF-B9D4-F9DE3D0A8245}" type="pres">
      <dgm:prSet presAssocID="{84CD333B-B403-4D9D-B4DD-2F5520017876}" presName="horz1" presStyleCnt="0"/>
      <dgm:spPr/>
    </dgm:pt>
    <dgm:pt modelId="{CBE9F8F8-CF8B-4F34-9F4C-24B74FF169C4}" type="pres">
      <dgm:prSet presAssocID="{84CD333B-B403-4D9D-B4DD-2F5520017876}" presName="tx1" presStyleLbl="revTx" presStyleIdx="1" presStyleCnt="4"/>
      <dgm:spPr/>
    </dgm:pt>
    <dgm:pt modelId="{C9B351CE-4859-4E87-8502-8C7479B136FF}" type="pres">
      <dgm:prSet presAssocID="{84CD333B-B403-4D9D-B4DD-2F5520017876}" presName="vert1" presStyleCnt="0"/>
      <dgm:spPr/>
    </dgm:pt>
    <dgm:pt modelId="{ADC8BF68-BC52-4BD1-BB42-C81B7839EF59}" type="pres">
      <dgm:prSet presAssocID="{199B4456-F3C1-48DB-816D-9B2BCCF1B11E}" presName="thickLine" presStyleLbl="alignNode1" presStyleIdx="2" presStyleCnt="4"/>
      <dgm:spPr/>
    </dgm:pt>
    <dgm:pt modelId="{20E33419-2B63-482E-8A09-68048965CA59}" type="pres">
      <dgm:prSet presAssocID="{199B4456-F3C1-48DB-816D-9B2BCCF1B11E}" presName="horz1" presStyleCnt="0"/>
      <dgm:spPr/>
    </dgm:pt>
    <dgm:pt modelId="{DFA2C928-4B25-4BB0-B352-24DCF35E9EA0}" type="pres">
      <dgm:prSet presAssocID="{199B4456-F3C1-48DB-816D-9B2BCCF1B11E}" presName="tx1" presStyleLbl="revTx" presStyleIdx="2" presStyleCnt="4"/>
      <dgm:spPr/>
    </dgm:pt>
    <dgm:pt modelId="{DE56661B-B2CD-4A7F-A1D0-779F63ADB7B2}" type="pres">
      <dgm:prSet presAssocID="{199B4456-F3C1-48DB-816D-9B2BCCF1B11E}" presName="vert1" presStyleCnt="0"/>
      <dgm:spPr/>
    </dgm:pt>
    <dgm:pt modelId="{70EEE72D-237B-422D-BEE4-CA5F6AF60FD6}" type="pres">
      <dgm:prSet presAssocID="{E1196F15-5661-42F1-93D1-1DDE485094CB}" presName="thickLine" presStyleLbl="alignNode1" presStyleIdx="3" presStyleCnt="4"/>
      <dgm:spPr/>
    </dgm:pt>
    <dgm:pt modelId="{8768291E-3C2E-4993-A893-018059C4E6E9}" type="pres">
      <dgm:prSet presAssocID="{E1196F15-5661-42F1-93D1-1DDE485094CB}" presName="horz1" presStyleCnt="0"/>
      <dgm:spPr/>
    </dgm:pt>
    <dgm:pt modelId="{99307F95-6FE7-4B02-A260-B2DB83FB3D09}" type="pres">
      <dgm:prSet presAssocID="{E1196F15-5661-42F1-93D1-1DDE485094CB}" presName="tx1" presStyleLbl="revTx" presStyleIdx="3" presStyleCnt="4"/>
      <dgm:spPr/>
    </dgm:pt>
    <dgm:pt modelId="{211FA049-D843-4F47-9B5D-BEF697BAF67F}" type="pres">
      <dgm:prSet presAssocID="{E1196F15-5661-42F1-93D1-1DDE485094CB}" presName="vert1" presStyleCnt="0"/>
      <dgm:spPr/>
    </dgm:pt>
  </dgm:ptLst>
  <dgm:cxnLst>
    <dgm:cxn modelId="{D106A71B-A662-4CE4-8FCB-4ACD3FFF53A8}" srcId="{0E32AA59-005B-438B-829F-87C52EED816D}" destId="{31D60FD5-359C-41DA-AB79-75B07148EA17}" srcOrd="0" destOrd="0" parTransId="{B5DBE240-AA60-4307-A0F6-D3270C268437}" sibTransId="{B2BF3D03-56B2-421D-B1A9-4805CA587BAE}"/>
    <dgm:cxn modelId="{540DA82C-ED25-48C5-8BBD-9D289FF4E8EF}" type="presOf" srcId="{31D60FD5-359C-41DA-AB79-75B07148EA17}" destId="{65346838-CFEE-4FB4-B3C3-47E674E25F24}" srcOrd="0" destOrd="0" presId="urn:microsoft.com/office/officeart/2008/layout/LinedList"/>
    <dgm:cxn modelId="{7EE1DA61-909F-48FC-A1C8-CB4E7B9684C9}" srcId="{0E32AA59-005B-438B-829F-87C52EED816D}" destId="{84CD333B-B403-4D9D-B4DD-2F5520017876}" srcOrd="1" destOrd="0" parTransId="{7ACC2D5B-7226-4328-BEF0-6A8A392C7EAC}" sibTransId="{ABF547ED-3466-4ED8-B2F1-25DB6751B175}"/>
    <dgm:cxn modelId="{85749362-00D7-49BC-9473-8C83595D3E05}" srcId="{0E32AA59-005B-438B-829F-87C52EED816D}" destId="{199B4456-F3C1-48DB-816D-9B2BCCF1B11E}" srcOrd="2" destOrd="0" parTransId="{14850CEB-0ECB-4094-8A3A-E9F30732D57C}" sibTransId="{FB1AA8C1-645C-4782-864C-94FD245B5A8C}"/>
    <dgm:cxn modelId="{2FAD8554-D6CE-48E8-AE25-79F353A8DA8D}" type="presOf" srcId="{E1196F15-5661-42F1-93D1-1DDE485094CB}" destId="{99307F95-6FE7-4B02-A260-B2DB83FB3D09}" srcOrd="0" destOrd="0" presId="urn:microsoft.com/office/officeart/2008/layout/LinedList"/>
    <dgm:cxn modelId="{D1E40F7B-1754-46AA-B77F-CBC4AA71BAA2}" srcId="{0E32AA59-005B-438B-829F-87C52EED816D}" destId="{E1196F15-5661-42F1-93D1-1DDE485094CB}" srcOrd="3" destOrd="0" parTransId="{9831CA86-85AF-4B14-8E55-4B8A6A8B97AA}" sibTransId="{549A0000-2E5A-4712-9932-CFF7EAA4FD53}"/>
    <dgm:cxn modelId="{7C9CF58E-6AD8-49BA-A247-BE54C6B19646}" type="presOf" srcId="{0E32AA59-005B-438B-829F-87C52EED816D}" destId="{B6410E0A-E7E0-4F86-A737-39463862900C}" srcOrd="0" destOrd="0" presId="urn:microsoft.com/office/officeart/2008/layout/LinedList"/>
    <dgm:cxn modelId="{C1D21690-1E99-4B92-AACB-D5F2E0A536E5}" type="presOf" srcId="{84CD333B-B403-4D9D-B4DD-2F5520017876}" destId="{CBE9F8F8-CF8B-4F34-9F4C-24B74FF169C4}" srcOrd="0" destOrd="0" presId="urn:microsoft.com/office/officeart/2008/layout/LinedList"/>
    <dgm:cxn modelId="{6A2AB4F6-698A-44BF-B69C-2A514B1935CC}" type="presOf" srcId="{199B4456-F3C1-48DB-816D-9B2BCCF1B11E}" destId="{DFA2C928-4B25-4BB0-B352-24DCF35E9EA0}" srcOrd="0" destOrd="0" presId="urn:microsoft.com/office/officeart/2008/layout/LinedList"/>
    <dgm:cxn modelId="{72FA43B6-028D-459F-8844-894D34C3D609}" type="presParOf" srcId="{B6410E0A-E7E0-4F86-A737-39463862900C}" destId="{E6BE9D8E-81AD-4DA4-8DDA-30BE9F9F230E}" srcOrd="0" destOrd="0" presId="urn:microsoft.com/office/officeart/2008/layout/LinedList"/>
    <dgm:cxn modelId="{6445129B-4F8F-4243-8F40-39AEAF3A543B}" type="presParOf" srcId="{B6410E0A-E7E0-4F86-A737-39463862900C}" destId="{E6986995-C083-4C73-93E6-D4F0A07B178B}" srcOrd="1" destOrd="0" presId="urn:microsoft.com/office/officeart/2008/layout/LinedList"/>
    <dgm:cxn modelId="{CF078A1E-21A2-4540-BDF8-49AA0CC3906D}" type="presParOf" srcId="{E6986995-C083-4C73-93E6-D4F0A07B178B}" destId="{65346838-CFEE-4FB4-B3C3-47E674E25F24}" srcOrd="0" destOrd="0" presId="urn:microsoft.com/office/officeart/2008/layout/LinedList"/>
    <dgm:cxn modelId="{A81D93F3-68BB-4E88-B5E8-5D9C8C7EE747}" type="presParOf" srcId="{E6986995-C083-4C73-93E6-D4F0A07B178B}" destId="{0B2CF97B-D3BC-4E0B-9B35-21E5BB0335BC}" srcOrd="1" destOrd="0" presId="urn:microsoft.com/office/officeart/2008/layout/LinedList"/>
    <dgm:cxn modelId="{C7DDC66E-CC42-4AA9-BEB6-D0E385489942}" type="presParOf" srcId="{B6410E0A-E7E0-4F86-A737-39463862900C}" destId="{FE9456E5-1B18-4CA4-9471-7A2EA954C1F5}" srcOrd="2" destOrd="0" presId="urn:microsoft.com/office/officeart/2008/layout/LinedList"/>
    <dgm:cxn modelId="{8BD29516-E9C7-4803-BC87-FF397CCD4E69}" type="presParOf" srcId="{B6410E0A-E7E0-4F86-A737-39463862900C}" destId="{E84BCDFE-5487-4BAF-B9D4-F9DE3D0A8245}" srcOrd="3" destOrd="0" presId="urn:microsoft.com/office/officeart/2008/layout/LinedList"/>
    <dgm:cxn modelId="{B4ED4C15-509C-4A59-8DA8-77893721FFD5}" type="presParOf" srcId="{E84BCDFE-5487-4BAF-B9D4-F9DE3D0A8245}" destId="{CBE9F8F8-CF8B-4F34-9F4C-24B74FF169C4}" srcOrd="0" destOrd="0" presId="urn:microsoft.com/office/officeart/2008/layout/LinedList"/>
    <dgm:cxn modelId="{E942295D-54B5-40AC-816F-55781B860996}" type="presParOf" srcId="{E84BCDFE-5487-4BAF-B9D4-F9DE3D0A8245}" destId="{C9B351CE-4859-4E87-8502-8C7479B136FF}" srcOrd="1" destOrd="0" presId="urn:microsoft.com/office/officeart/2008/layout/LinedList"/>
    <dgm:cxn modelId="{E46A850D-07E1-4DAE-A0FE-BEE04E4703F5}" type="presParOf" srcId="{B6410E0A-E7E0-4F86-A737-39463862900C}" destId="{ADC8BF68-BC52-4BD1-BB42-C81B7839EF59}" srcOrd="4" destOrd="0" presId="urn:microsoft.com/office/officeart/2008/layout/LinedList"/>
    <dgm:cxn modelId="{A1612E8B-F677-4C2A-AAE4-D9EB71CE66C4}" type="presParOf" srcId="{B6410E0A-E7E0-4F86-A737-39463862900C}" destId="{20E33419-2B63-482E-8A09-68048965CA59}" srcOrd="5" destOrd="0" presId="urn:microsoft.com/office/officeart/2008/layout/LinedList"/>
    <dgm:cxn modelId="{95716010-8BDD-4A33-BCDA-7A5F807D8053}" type="presParOf" srcId="{20E33419-2B63-482E-8A09-68048965CA59}" destId="{DFA2C928-4B25-4BB0-B352-24DCF35E9EA0}" srcOrd="0" destOrd="0" presId="urn:microsoft.com/office/officeart/2008/layout/LinedList"/>
    <dgm:cxn modelId="{3F41A4EA-5068-423A-BC49-93257938D04E}" type="presParOf" srcId="{20E33419-2B63-482E-8A09-68048965CA59}" destId="{DE56661B-B2CD-4A7F-A1D0-779F63ADB7B2}" srcOrd="1" destOrd="0" presId="urn:microsoft.com/office/officeart/2008/layout/LinedList"/>
    <dgm:cxn modelId="{B526D295-2762-4C0B-9175-9897CA35A01C}" type="presParOf" srcId="{B6410E0A-E7E0-4F86-A737-39463862900C}" destId="{70EEE72D-237B-422D-BEE4-CA5F6AF60FD6}" srcOrd="6" destOrd="0" presId="urn:microsoft.com/office/officeart/2008/layout/LinedList"/>
    <dgm:cxn modelId="{91339C3B-AB8C-4122-A630-25C1E97421A7}" type="presParOf" srcId="{B6410E0A-E7E0-4F86-A737-39463862900C}" destId="{8768291E-3C2E-4993-A893-018059C4E6E9}" srcOrd="7" destOrd="0" presId="urn:microsoft.com/office/officeart/2008/layout/LinedList"/>
    <dgm:cxn modelId="{D14F0527-199E-453E-9966-499DF1B2E0D1}" type="presParOf" srcId="{8768291E-3C2E-4993-A893-018059C4E6E9}" destId="{99307F95-6FE7-4B02-A260-B2DB83FB3D09}" srcOrd="0" destOrd="0" presId="urn:microsoft.com/office/officeart/2008/layout/LinedList"/>
    <dgm:cxn modelId="{68D85607-68B2-454B-A36C-B14265F59E05}" type="presParOf" srcId="{8768291E-3C2E-4993-A893-018059C4E6E9}" destId="{211FA049-D843-4F47-9B5D-BEF697BAF6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23F6F4-1FCA-462F-A320-8C59DB401052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E986801-54EA-4AFE-ADFD-E6F59A076FAE}">
      <dgm:prSet/>
      <dgm:spPr/>
      <dgm:t>
        <a:bodyPr/>
        <a:lstStyle/>
        <a:p>
          <a:r>
            <a:rPr lang="en-US"/>
            <a:t>Run</a:t>
          </a:r>
        </a:p>
      </dgm:t>
    </dgm:pt>
    <dgm:pt modelId="{0F37D4F3-03AB-47E4-80CD-CAD336497CE6}" type="parTrans" cxnId="{96C912F5-9D0A-4A92-B6DF-9CDC8E89FBCE}">
      <dgm:prSet/>
      <dgm:spPr/>
      <dgm:t>
        <a:bodyPr/>
        <a:lstStyle/>
        <a:p>
          <a:endParaRPr lang="en-US"/>
        </a:p>
      </dgm:t>
    </dgm:pt>
    <dgm:pt modelId="{E9B7CC0B-19A5-4A74-8704-F4FF5FB491F5}" type="sibTrans" cxnId="{96C912F5-9D0A-4A92-B6DF-9CDC8E89FBCE}">
      <dgm:prSet/>
      <dgm:spPr/>
      <dgm:t>
        <a:bodyPr/>
        <a:lstStyle/>
        <a:p>
          <a:endParaRPr lang="en-US"/>
        </a:p>
      </dgm:t>
    </dgm:pt>
    <dgm:pt modelId="{55C41D78-9673-4204-BDFF-066752F7FF1A}">
      <dgm:prSet/>
      <dgm:spPr/>
      <dgm:t>
        <a:bodyPr/>
        <a:lstStyle/>
        <a:p>
          <a:r>
            <a:rPr lang="en-US" dirty="0"/>
            <a:t>Run a weekday 'mid-week premiere' campaign with 2 week A/B testing (control vs promoted).</a:t>
          </a:r>
        </a:p>
      </dgm:t>
    </dgm:pt>
    <dgm:pt modelId="{BAE3E317-E5A9-4C66-BACA-18ED5939CD10}" type="parTrans" cxnId="{6D3E76C2-9201-4EC9-9B49-92C7B6D006D3}">
      <dgm:prSet/>
      <dgm:spPr/>
      <dgm:t>
        <a:bodyPr/>
        <a:lstStyle/>
        <a:p>
          <a:endParaRPr lang="en-US"/>
        </a:p>
      </dgm:t>
    </dgm:pt>
    <dgm:pt modelId="{7A0D2077-1AAA-4DFC-90B0-54A82A868639}" type="sibTrans" cxnId="{6D3E76C2-9201-4EC9-9B49-92C7B6D006D3}">
      <dgm:prSet/>
      <dgm:spPr/>
      <dgm:t>
        <a:bodyPr/>
        <a:lstStyle/>
        <a:p>
          <a:endParaRPr lang="en-US"/>
        </a:p>
      </dgm:t>
    </dgm:pt>
    <dgm:pt modelId="{CB3CB04B-3912-4405-BCC3-976B0A4D3CE6}">
      <dgm:prSet/>
      <dgm:spPr/>
      <dgm:t>
        <a:bodyPr/>
        <a:lstStyle/>
        <a:p>
          <a:r>
            <a:rPr lang="en-US"/>
            <a:t>Create</a:t>
          </a:r>
        </a:p>
      </dgm:t>
    </dgm:pt>
    <dgm:pt modelId="{1C4677D4-A21D-47E9-B503-258F355FA892}" type="parTrans" cxnId="{5BBE18CE-45BB-4688-9F6C-43E06E6175F3}">
      <dgm:prSet/>
      <dgm:spPr/>
      <dgm:t>
        <a:bodyPr/>
        <a:lstStyle/>
        <a:p>
          <a:endParaRPr lang="en-US"/>
        </a:p>
      </dgm:t>
    </dgm:pt>
    <dgm:pt modelId="{F78B5026-5267-4DB4-9931-F6817340DCCF}" type="sibTrans" cxnId="{5BBE18CE-45BB-4688-9F6C-43E06E6175F3}">
      <dgm:prSet/>
      <dgm:spPr/>
      <dgm:t>
        <a:bodyPr/>
        <a:lstStyle/>
        <a:p>
          <a:endParaRPr lang="en-US"/>
        </a:p>
      </dgm:t>
    </dgm:pt>
    <dgm:pt modelId="{E8367582-54EA-4B9F-95D6-5A7F4700CDBB}">
      <dgm:prSet/>
      <dgm:spPr/>
      <dgm:t>
        <a:bodyPr/>
        <a:lstStyle/>
        <a:p>
          <a:r>
            <a:rPr lang="en-US" dirty="0"/>
            <a:t>Create short highlight reels for weekdays and promote via social and in-app banners.</a:t>
          </a:r>
        </a:p>
      </dgm:t>
    </dgm:pt>
    <dgm:pt modelId="{C041AE7A-0973-4BD3-A0FA-D2D1BD0C4478}" type="parTrans" cxnId="{3CD0E78B-1692-473A-AC06-3C704672B8DF}">
      <dgm:prSet/>
      <dgm:spPr/>
      <dgm:t>
        <a:bodyPr/>
        <a:lstStyle/>
        <a:p>
          <a:endParaRPr lang="en-US"/>
        </a:p>
      </dgm:t>
    </dgm:pt>
    <dgm:pt modelId="{DD9C53B6-201E-484D-A43A-B82633960535}" type="sibTrans" cxnId="{3CD0E78B-1692-473A-AC06-3C704672B8DF}">
      <dgm:prSet/>
      <dgm:spPr/>
      <dgm:t>
        <a:bodyPr/>
        <a:lstStyle/>
        <a:p>
          <a:endParaRPr lang="en-US"/>
        </a:p>
      </dgm:t>
    </dgm:pt>
    <dgm:pt modelId="{793F839E-7458-4C75-9B86-A5075FCDAE28}">
      <dgm:prSet/>
      <dgm:spPr/>
      <dgm:t>
        <a:bodyPr/>
        <a:lstStyle/>
        <a:p>
          <a:r>
            <a:rPr lang="en-US"/>
            <a:t>Launch</a:t>
          </a:r>
        </a:p>
      </dgm:t>
    </dgm:pt>
    <dgm:pt modelId="{0D8D3203-6054-49C7-A5CE-5D47BFCEA9A2}" type="parTrans" cxnId="{838D0843-5F85-4FC6-AE18-84C9F62303D3}">
      <dgm:prSet/>
      <dgm:spPr/>
      <dgm:t>
        <a:bodyPr/>
        <a:lstStyle/>
        <a:p>
          <a:endParaRPr lang="en-US"/>
        </a:p>
      </dgm:t>
    </dgm:pt>
    <dgm:pt modelId="{FF483F80-B38C-4E84-9061-B96FCF5FC5FD}" type="sibTrans" cxnId="{838D0843-5F85-4FC6-AE18-84C9F62303D3}">
      <dgm:prSet/>
      <dgm:spPr/>
      <dgm:t>
        <a:bodyPr/>
        <a:lstStyle/>
        <a:p>
          <a:endParaRPr lang="en-US"/>
        </a:p>
      </dgm:t>
    </dgm:pt>
    <dgm:pt modelId="{A8A8037E-5370-4EF5-BC98-3944F5CE3040}">
      <dgm:prSet/>
      <dgm:spPr/>
      <dgm:t>
        <a:bodyPr/>
        <a:lstStyle/>
        <a:p>
          <a:r>
            <a:rPr lang="en-US"/>
            <a:t>Launch referral program with double-sided incentives.</a:t>
          </a:r>
        </a:p>
      </dgm:t>
    </dgm:pt>
    <dgm:pt modelId="{CA047B5D-E92A-4A04-98DE-EEB853D630F7}" type="parTrans" cxnId="{C601867F-2E0C-4D6C-9389-F74B47CEF461}">
      <dgm:prSet/>
      <dgm:spPr/>
      <dgm:t>
        <a:bodyPr/>
        <a:lstStyle/>
        <a:p>
          <a:endParaRPr lang="en-US"/>
        </a:p>
      </dgm:t>
    </dgm:pt>
    <dgm:pt modelId="{4953EB0C-093D-4B04-A973-6E84C034C6D6}" type="sibTrans" cxnId="{C601867F-2E0C-4D6C-9389-F74B47CEF461}">
      <dgm:prSet/>
      <dgm:spPr/>
      <dgm:t>
        <a:bodyPr/>
        <a:lstStyle/>
        <a:p>
          <a:endParaRPr lang="en-US"/>
        </a:p>
      </dgm:t>
    </dgm:pt>
    <dgm:pt modelId="{9C21590C-10CA-414E-A9CB-BF669B452680}">
      <dgm:prSet/>
      <dgm:spPr/>
      <dgm:t>
        <a:bodyPr/>
        <a:lstStyle/>
        <a:p>
          <a:r>
            <a:rPr lang="en-US"/>
            <a:t>Tracking</a:t>
          </a:r>
        </a:p>
      </dgm:t>
    </dgm:pt>
    <dgm:pt modelId="{706A1E5E-C8AB-4413-98EB-C4D88B4C4D06}" type="parTrans" cxnId="{62EC8672-8D74-4DC2-B66F-856877B27C1B}">
      <dgm:prSet/>
      <dgm:spPr/>
      <dgm:t>
        <a:bodyPr/>
        <a:lstStyle/>
        <a:p>
          <a:endParaRPr lang="en-US"/>
        </a:p>
      </dgm:t>
    </dgm:pt>
    <dgm:pt modelId="{7AA893E7-F095-494E-B569-9F125E0FE5A6}" type="sibTrans" cxnId="{62EC8672-8D74-4DC2-B66F-856877B27C1B}">
      <dgm:prSet/>
      <dgm:spPr/>
      <dgm:t>
        <a:bodyPr/>
        <a:lstStyle/>
        <a:p>
          <a:endParaRPr lang="en-US"/>
        </a:p>
      </dgm:t>
    </dgm:pt>
    <dgm:pt modelId="{EEBB5D34-4E36-4F33-898A-1AED47FA79D3}">
      <dgm:prSet/>
      <dgm:spPr/>
      <dgm:t>
        <a:bodyPr/>
        <a:lstStyle/>
        <a:p>
          <a:r>
            <a:rPr lang="en-US" dirty="0"/>
            <a:t>Instrument tracking: ensure event level analytics for sessions, promotions, and conversions.</a:t>
          </a:r>
        </a:p>
      </dgm:t>
    </dgm:pt>
    <dgm:pt modelId="{04DC8F2E-8167-440E-AA4D-A7C8A1B9417C}" type="parTrans" cxnId="{1CDCB894-F84F-4855-82A2-31147A7083EC}">
      <dgm:prSet/>
      <dgm:spPr/>
      <dgm:t>
        <a:bodyPr/>
        <a:lstStyle/>
        <a:p>
          <a:endParaRPr lang="en-US"/>
        </a:p>
      </dgm:t>
    </dgm:pt>
    <dgm:pt modelId="{1FFEF10F-9A7B-4A27-A348-589A1AE49B88}" type="sibTrans" cxnId="{1CDCB894-F84F-4855-82A2-31147A7083EC}">
      <dgm:prSet/>
      <dgm:spPr/>
      <dgm:t>
        <a:bodyPr/>
        <a:lstStyle/>
        <a:p>
          <a:endParaRPr lang="en-US"/>
        </a:p>
      </dgm:t>
    </dgm:pt>
    <dgm:pt modelId="{C05FB8A4-C7C6-4E34-8852-F631C35A2323}" type="pres">
      <dgm:prSet presAssocID="{B023F6F4-1FCA-462F-A320-8C59DB401052}" presName="Name0" presStyleCnt="0">
        <dgm:presLayoutVars>
          <dgm:dir/>
          <dgm:animLvl val="lvl"/>
          <dgm:resizeHandles val="exact"/>
        </dgm:presLayoutVars>
      </dgm:prSet>
      <dgm:spPr/>
    </dgm:pt>
    <dgm:pt modelId="{532BF55E-0CAC-406A-B292-F644B0EE9197}" type="pres">
      <dgm:prSet presAssocID="{4E986801-54EA-4AFE-ADFD-E6F59A076FAE}" presName="linNode" presStyleCnt="0"/>
      <dgm:spPr/>
    </dgm:pt>
    <dgm:pt modelId="{28DD16C7-6F94-4A99-9E45-4A7C4FBA290C}" type="pres">
      <dgm:prSet presAssocID="{4E986801-54EA-4AFE-ADFD-E6F59A076FAE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1DEA01C0-106A-40A0-BC1E-204196E1165C}" type="pres">
      <dgm:prSet presAssocID="{4E986801-54EA-4AFE-ADFD-E6F59A076FAE}" presName="descendantText" presStyleLbl="alignNode1" presStyleIdx="0" presStyleCnt="4">
        <dgm:presLayoutVars>
          <dgm:bulletEnabled/>
        </dgm:presLayoutVars>
      </dgm:prSet>
      <dgm:spPr/>
    </dgm:pt>
    <dgm:pt modelId="{E7A2F94A-32A8-4CA3-BB83-BBAFF6D0A3DB}" type="pres">
      <dgm:prSet presAssocID="{E9B7CC0B-19A5-4A74-8704-F4FF5FB491F5}" presName="sp" presStyleCnt="0"/>
      <dgm:spPr/>
    </dgm:pt>
    <dgm:pt modelId="{9604A02B-0B85-4757-A02E-A1F88A8D4E18}" type="pres">
      <dgm:prSet presAssocID="{CB3CB04B-3912-4405-BCC3-976B0A4D3CE6}" presName="linNode" presStyleCnt="0"/>
      <dgm:spPr/>
    </dgm:pt>
    <dgm:pt modelId="{8573F042-0E3C-41CA-AEAD-4AF847F6BE10}" type="pres">
      <dgm:prSet presAssocID="{CB3CB04B-3912-4405-BCC3-976B0A4D3CE6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7D962084-5613-4BFE-8D17-CD87087C3CB9}" type="pres">
      <dgm:prSet presAssocID="{CB3CB04B-3912-4405-BCC3-976B0A4D3CE6}" presName="descendantText" presStyleLbl="alignNode1" presStyleIdx="1" presStyleCnt="4">
        <dgm:presLayoutVars>
          <dgm:bulletEnabled/>
        </dgm:presLayoutVars>
      </dgm:prSet>
      <dgm:spPr/>
    </dgm:pt>
    <dgm:pt modelId="{3EA82A5C-1227-4BE0-B594-C0BB605BDED4}" type="pres">
      <dgm:prSet presAssocID="{F78B5026-5267-4DB4-9931-F6817340DCCF}" presName="sp" presStyleCnt="0"/>
      <dgm:spPr/>
    </dgm:pt>
    <dgm:pt modelId="{487377CA-DA2C-47C3-908B-C0C853E20A16}" type="pres">
      <dgm:prSet presAssocID="{793F839E-7458-4C75-9B86-A5075FCDAE28}" presName="linNode" presStyleCnt="0"/>
      <dgm:spPr/>
    </dgm:pt>
    <dgm:pt modelId="{53EB4B76-6F00-4C61-8911-282B6080B76E}" type="pres">
      <dgm:prSet presAssocID="{793F839E-7458-4C75-9B86-A5075FCDAE28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609A9BF0-3B23-4F7D-B102-E233F891959E}" type="pres">
      <dgm:prSet presAssocID="{793F839E-7458-4C75-9B86-A5075FCDAE28}" presName="descendantText" presStyleLbl="alignNode1" presStyleIdx="2" presStyleCnt="4">
        <dgm:presLayoutVars>
          <dgm:bulletEnabled/>
        </dgm:presLayoutVars>
      </dgm:prSet>
      <dgm:spPr/>
    </dgm:pt>
    <dgm:pt modelId="{7520E244-0DFE-40EE-918D-3C8D70AE6434}" type="pres">
      <dgm:prSet presAssocID="{FF483F80-B38C-4E84-9061-B96FCF5FC5FD}" presName="sp" presStyleCnt="0"/>
      <dgm:spPr/>
    </dgm:pt>
    <dgm:pt modelId="{DA7E5CF2-2C22-4D25-9019-B6EA017246B5}" type="pres">
      <dgm:prSet presAssocID="{9C21590C-10CA-414E-A9CB-BF669B452680}" presName="linNode" presStyleCnt="0"/>
      <dgm:spPr/>
    </dgm:pt>
    <dgm:pt modelId="{F6DA5D6E-9253-4BDC-82B7-EAD5832CCA45}" type="pres">
      <dgm:prSet presAssocID="{9C21590C-10CA-414E-A9CB-BF669B452680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9B418F5E-D1C1-49D9-BCAA-6B8246841CEF}" type="pres">
      <dgm:prSet presAssocID="{9C21590C-10CA-414E-A9CB-BF669B452680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6435B121-2B37-4C24-B125-75464686355F}" type="presOf" srcId="{A8A8037E-5370-4EF5-BC98-3944F5CE3040}" destId="{609A9BF0-3B23-4F7D-B102-E233F891959E}" srcOrd="0" destOrd="0" presId="urn:microsoft.com/office/officeart/2016/7/layout/VerticalHollowActionList"/>
    <dgm:cxn modelId="{319BB133-ED20-4180-8212-6B13B02463FA}" type="presOf" srcId="{EEBB5D34-4E36-4F33-898A-1AED47FA79D3}" destId="{9B418F5E-D1C1-49D9-BCAA-6B8246841CEF}" srcOrd="0" destOrd="0" presId="urn:microsoft.com/office/officeart/2016/7/layout/VerticalHollowActionList"/>
    <dgm:cxn modelId="{66BE313E-4EAD-4D9D-826F-C7EE9F3776B0}" type="presOf" srcId="{B023F6F4-1FCA-462F-A320-8C59DB401052}" destId="{C05FB8A4-C7C6-4E34-8852-F631C35A2323}" srcOrd="0" destOrd="0" presId="urn:microsoft.com/office/officeart/2016/7/layout/VerticalHollowActionList"/>
    <dgm:cxn modelId="{838D0843-5F85-4FC6-AE18-84C9F62303D3}" srcId="{B023F6F4-1FCA-462F-A320-8C59DB401052}" destId="{793F839E-7458-4C75-9B86-A5075FCDAE28}" srcOrd="2" destOrd="0" parTransId="{0D8D3203-6054-49C7-A5CE-5D47BFCEA9A2}" sibTransId="{FF483F80-B38C-4E84-9061-B96FCF5FC5FD}"/>
    <dgm:cxn modelId="{62EC8672-8D74-4DC2-B66F-856877B27C1B}" srcId="{B023F6F4-1FCA-462F-A320-8C59DB401052}" destId="{9C21590C-10CA-414E-A9CB-BF669B452680}" srcOrd="3" destOrd="0" parTransId="{706A1E5E-C8AB-4413-98EB-C4D88B4C4D06}" sibTransId="{7AA893E7-F095-494E-B569-9F125E0FE5A6}"/>
    <dgm:cxn modelId="{D8872D74-F3CB-4BB2-A08D-4DB0FD50D4E1}" type="presOf" srcId="{793F839E-7458-4C75-9B86-A5075FCDAE28}" destId="{53EB4B76-6F00-4C61-8911-282B6080B76E}" srcOrd="0" destOrd="0" presId="urn:microsoft.com/office/officeart/2016/7/layout/VerticalHollowActionList"/>
    <dgm:cxn modelId="{C601867F-2E0C-4D6C-9389-F74B47CEF461}" srcId="{793F839E-7458-4C75-9B86-A5075FCDAE28}" destId="{A8A8037E-5370-4EF5-BC98-3944F5CE3040}" srcOrd="0" destOrd="0" parTransId="{CA047B5D-E92A-4A04-98DE-EEB853D630F7}" sibTransId="{4953EB0C-093D-4B04-A973-6E84C034C6D6}"/>
    <dgm:cxn modelId="{3CD0E78B-1692-473A-AC06-3C704672B8DF}" srcId="{CB3CB04B-3912-4405-BCC3-976B0A4D3CE6}" destId="{E8367582-54EA-4B9F-95D6-5A7F4700CDBB}" srcOrd="0" destOrd="0" parTransId="{C041AE7A-0973-4BD3-A0FA-D2D1BD0C4478}" sibTransId="{DD9C53B6-201E-484D-A43A-B82633960535}"/>
    <dgm:cxn modelId="{53C45D94-FE0A-4FE7-B66C-A1C2BAD8CA50}" type="presOf" srcId="{4E986801-54EA-4AFE-ADFD-E6F59A076FAE}" destId="{28DD16C7-6F94-4A99-9E45-4A7C4FBA290C}" srcOrd="0" destOrd="0" presId="urn:microsoft.com/office/officeart/2016/7/layout/VerticalHollowActionList"/>
    <dgm:cxn modelId="{1CDCB894-F84F-4855-82A2-31147A7083EC}" srcId="{9C21590C-10CA-414E-A9CB-BF669B452680}" destId="{EEBB5D34-4E36-4F33-898A-1AED47FA79D3}" srcOrd="0" destOrd="0" parTransId="{04DC8F2E-8167-440E-AA4D-A7C8A1B9417C}" sibTransId="{1FFEF10F-9A7B-4A27-A348-589A1AE49B88}"/>
    <dgm:cxn modelId="{11002CB8-3807-4D44-924A-E4F67BA68E63}" type="presOf" srcId="{55C41D78-9673-4204-BDFF-066752F7FF1A}" destId="{1DEA01C0-106A-40A0-BC1E-204196E1165C}" srcOrd="0" destOrd="0" presId="urn:microsoft.com/office/officeart/2016/7/layout/VerticalHollowActionList"/>
    <dgm:cxn modelId="{81EEE6BA-E768-4608-9720-AB9BFA8B3E9E}" type="presOf" srcId="{E8367582-54EA-4B9F-95D6-5A7F4700CDBB}" destId="{7D962084-5613-4BFE-8D17-CD87087C3CB9}" srcOrd="0" destOrd="0" presId="urn:microsoft.com/office/officeart/2016/7/layout/VerticalHollowActionList"/>
    <dgm:cxn modelId="{2DDDD9BE-5C32-4A5B-92E0-5C6C0154D3BE}" type="presOf" srcId="{CB3CB04B-3912-4405-BCC3-976B0A4D3CE6}" destId="{8573F042-0E3C-41CA-AEAD-4AF847F6BE10}" srcOrd="0" destOrd="0" presId="urn:microsoft.com/office/officeart/2016/7/layout/VerticalHollowActionList"/>
    <dgm:cxn modelId="{6D3E76C2-9201-4EC9-9B49-92C7B6D006D3}" srcId="{4E986801-54EA-4AFE-ADFD-E6F59A076FAE}" destId="{55C41D78-9673-4204-BDFF-066752F7FF1A}" srcOrd="0" destOrd="0" parTransId="{BAE3E317-E5A9-4C66-BACA-18ED5939CD10}" sibTransId="{7A0D2077-1AAA-4DFC-90B0-54A82A868639}"/>
    <dgm:cxn modelId="{5BBE18CE-45BB-4688-9F6C-43E06E6175F3}" srcId="{B023F6F4-1FCA-462F-A320-8C59DB401052}" destId="{CB3CB04B-3912-4405-BCC3-976B0A4D3CE6}" srcOrd="1" destOrd="0" parTransId="{1C4677D4-A21D-47E9-B503-258F355FA892}" sibTransId="{F78B5026-5267-4DB4-9931-F6817340DCCF}"/>
    <dgm:cxn modelId="{1267D9E9-8FA5-4170-B2B4-A7C752D3E3C4}" type="presOf" srcId="{9C21590C-10CA-414E-A9CB-BF669B452680}" destId="{F6DA5D6E-9253-4BDC-82B7-EAD5832CCA45}" srcOrd="0" destOrd="0" presId="urn:microsoft.com/office/officeart/2016/7/layout/VerticalHollowActionList"/>
    <dgm:cxn modelId="{96C912F5-9D0A-4A92-B6DF-9CDC8E89FBCE}" srcId="{B023F6F4-1FCA-462F-A320-8C59DB401052}" destId="{4E986801-54EA-4AFE-ADFD-E6F59A076FAE}" srcOrd="0" destOrd="0" parTransId="{0F37D4F3-03AB-47E4-80CD-CAD336497CE6}" sibTransId="{E9B7CC0B-19A5-4A74-8704-F4FF5FB491F5}"/>
    <dgm:cxn modelId="{62234C91-DF5E-433E-87D5-718AFEDE150E}" type="presParOf" srcId="{C05FB8A4-C7C6-4E34-8852-F631C35A2323}" destId="{532BF55E-0CAC-406A-B292-F644B0EE9197}" srcOrd="0" destOrd="0" presId="urn:microsoft.com/office/officeart/2016/7/layout/VerticalHollowActionList"/>
    <dgm:cxn modelId="{829B234C-78BA-4AAD-85D9-C909FEC0ACE9}" type="presParOf" srcId="{532BF55E-0CAC-406A-B292-F644B0EE9197}" destId="{28DD16C7-6F94-4A99-9E45-4A7C4FBA290C}" srcOrd="0" destOrd="0" presId="urn:microsoft.com/office/officeart/2016/7/layout/VerticalHollowActionList"/>
    <dgm:cxn modelId="{02C49F81-3F41-4313-B25B-F2D32CBAB814}" type="presParOf" srcId="{532BF55E-0CAC-406A-B292-F644B0EE9197}" destId="{1DEA01C0-106A-40A0-BC1E-204196E1165C}" srcOrd="1" destOrd="0" presId="urn:microsoft.com/office/officeart/2016/7/layout/VerticalHollowActionList"/>
    <dgm:cxn modelId="{25606BF0-751B-473E-9830-27A69074070F}" type="presParOf" srcId="{C05FB8A4-C7C6-4E34-8852-F631C35A2323}" destId="{E7A2F94A-32A8-4CA3-BB83-BBAFF6D0A3DB}" srcOrd="1" destOrd="0" presId="urn:microsoft.com/office/officeart/2016/7/layout/VerticalHollowActionList"/>
    <dgm:cxn modelId="{469845D4-13BE-49AA-BE27-83DF8463489B}" type="presParOf" srcId="{C05FB8A4-C7C6-4E34-8852-F631C35A2323}" destId="{9604A02B-0B85-4757-A02E-A1F88A8D4E18}" srcOrd="2" destOrd="0" presId="urn:microsoft.com/office/officeart/2016/7/layout/VerticalHollowActionList"/>
    <dgm:cxn modelId="{EC2B0625-AA48-43BB-9C71-166AF56F7D44}" type="presParOf" srcId="{9604A02B-0B85-4757-A02E-A1F88A8D4E18}" destId="{8573F042-0E3C-41CA-AEAD-4AF847F6BE10}" srcOrd="0" destOrd="0" presId="urn:microsoft.com/office/officeart/2016/7/layout/VerticalHollowActionList"/>
    <dgm:cxn modelId="{425AF87A-A823-4EFA-8081-E33E2BE44707}" type="presParOf" srcId="{9604A02B-0B85-4757-A02E-A1F88A8D4E18}" destId="{7D962084-5613-4BFE-8D17-CD87087C3CB9}" srcOrd="1" destOrd="0" presId="urn:microsoft.com/office/officeart/2016/7/layout/VerticalHollowActionList"/>
    <dgm:cxn modelId="{59153662-68BB-42A6-B8F3-93AD034F2ACC}" type="presParOf" srcId="{C05FB8A4-C7C6-4E34-8852-F631C35A2323}" destId="{3EA82A5C-1227-4BE0-B594-C0BB605BDED4}" srcOrd="3" destOrd="0" presId="urn:microsoft.com/office/officeart/2016/7/layout/VerticalHollowActionList"/>
    <dgm:cxn modelId="{5396F9F4-03A9-4628-8FB8-F4034DC2A343}" type="presParOf" srcId="{C05FB8A4-C7C6-4E34-8852-F631C35A2323}" destId="{487377CA-DA2C-47C3-908B-C0C853E20A16}" srcOrd="4" destOrd="0" presId="urn:microsoft.com/office/officeart/2016/7/layout/VerticalHollowActionList"/>
    <dgm:cxn modelId="{0D41E9B6-6EE0-42AE-8A68-B032A4814CC3}" type="presParOf" srcId="{487377CA-DA2C-47C3-908B-C0C853E20A16}" destId="{53EB4B76-6F00-4C61-8911-282B6080B76E}" srcOrd="0" destOrd="0" presId="urn:microsoft.com/office/officeart/2016/7/layout/VerticalHollowActionList"/>
    <dgm:cxn modelId="{9E4108DF-321F-4BFE-AA2C-B9F5290255E3}" type="presParOf" srcId="{487377CA-DA2C-47C3-908B-C0C853E20A16}" destId="{609A9BF0-3B23-4F7D-B102-E233F891959E}" srcOrd="1" destOrd="0" presId="urn:microsoft.com/office/officeart/2016/7/layout/VerticalHollowActionList"/>
    <dgm:cxn modelId="{A28BDAE2-B971-4A2B-B139-F525D80A2E7B}" type="presParOf" srcId="{C05FB8A4-C7C6-4E34-8852-F631C35A2323}" destId="{7520E244-0DFE-40EE-918D-3C8D70AE6434}" srcOrd="5" destOrd="0" presId="urn:microsoft.com/office/officeart/2016/7/layout/VerticalHollowActionList"/>
    <dgm:cxn modelId="{D7D7945E-8D1B-4026-8A8D-6E9EB544CCC4}" type="presParOf" srcId="{C05FB8A4-C7C6-4E34-8852-F631C35A2323}" destId="{DA7E5CF2-2C22-4D25-9019-B6EA017246B5}" srcOrd="6" destOrd="0" presId="urn:microsoft.com/office/officeart/2016/7/layout/VerticalHollowActionList"/>
    <dgm:cxn modelId="{6B62FF2A-0EEF-4A73-B487-08526539F3B3}" type="presParOf" srcId="{DA7E5CF2-2C22-4D25-9019-B6EA017246B5}" destId="{F6DA5D6E-9253-4BDC-82B7-EAD5832CCA45}" srcOrd="0" destOrd="0" presId="urn:microsoft.com/office/officeart/2016/7/layout/VerticalHollowActionList"/>
    <dgm:cxn modelId="{A331ACAE-9026-4EF6-9DCF-689EFE5978E6}" type="presParOf" srcId="{DA7E5CF2-2C22-4D25-9019-B6EA017246B5}" destId="{9B418F5E-D1C1-49D9-BCAA-6B8246841CEF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DBB73-319B-4EF7-8C39-108621EA8E5A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Content type and genre (live sports, new releases, serial dramas).</a:t>
          </a:r>
        </a:p>
      </dsp:txBody>
      <dsp:txXfrm>
        <a:off x="48547" y="145256"/>
        <a:ext cx="6569739" cy="897406"/>
      </dsp:txXfrm>
    </dsp:sp>
    <dsp:sp modelId="{0B9C2864-73C4-40B2-AFDE-E26E65F824BA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Time of day and day of week (evening and weekends higher).</a:t>
          </a:r>
        </a:p>
      </dsp:txBody>
      <dsp:txXfrm>
        <a:off x="48547" y="1211756"/>
        <a:ext cx="6569739" cy="897406"/>
      </dsp:txXfrm>
    </dsp:sp>
    <dsp:sp modelId="{781CE24C-3495-452E-9F5B-33BF4857C993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Promotions, new content drops, and marketing campaigns.</a:t>
          </a:r>
        </a:p>
      </dsp:txBody>
      <dsp:txXfrm>
        <a:off x="48547" y="2278257"/>
        <a:ext cx="6569739" cy="897406"/>
      </dsp:txXfrm>
    </dsp:sp>
    <dsp:sp modelId="{917DB229-9EC1-4743-87FC-10C1334CCEAC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 demographics and household internet availability.</a:t>
          </a:r>
        </a:p>
      </dsp:txBody>
      <dsp:txXfrm>
        <a:off x="48547" y="3344757"/>
        <a:ext cx="6569739" cy="897406"/>
      </dsp:txXfrm>
    </dsp:sp>
    <dsp:sp modelId="{2C649D86-7D3C-4565-9A5B-1BE0608658E4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Platform performance (stream quality), pricing and bundle offers.</a:t>
          </a:r>
        </a:p>
      </dsp:txBody>
      <dsp:txXfrm>
        <a:off x="48547" y="4411257"/>
        <a:ext cx="6569739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E9D8E-81AD-4DA4-8DDA-30BE9F9F230E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346838-CFEE-4FB4-B3C3-47E674E25F24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Schedule exclusive premieres or episodic drops mid-week (e.g., Tuesday/Wednesday) to create habitual viewing.</a:t>
          </a:r>
        </a:p>
      </dsp:txBody>
      <dsp:txXfrm>
        <a:off x="0" y="0"/>
        <a:ext cx="6666833" cy="1363480"/>
      </dsp:txXfrm>
    </dsp:sp>
    <dsp:sp modelId="{FE9456E5-1B18-4CA4-9471-7A2EA954C1F5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E9F8F8-CF8B-4F34-9F4C-24B74FF169C4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Introduce live or exclusive events (Q&amp;As, mini live shows) on low days.</a:t>
          </a:r>
        </a:p>
      </dsp:txBody>
      <dsp:txXfrm>
        <a:off x="0" y="1363480"/>
        <a:ext cx="6666833" cy="1363480"/>
      </dsp:txXfrm>
    </dsp:sp>
    <dsp:sp modelId="{ADC8BF68-BC52-4BD1-BB42-C81B7839EF59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A2C928-4B25-4BB0-B352-24DCF35E9EA0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Promote short-form content and highlights compilations for midday or weekday audiences.</a:t>
          </a:r>
        </a:p>
      </dsp:txBody>
      <dsp:txXfrm>
        <a:off x="0" y="2726960"/>
        <a:ext cx="6666833" cy="1363480"/>
      </dsp:txXfrm>
    </dsp:sp>
    <dsp:sp modelId="{70EEE72D-237B-422D-BEE4-CA5F6AF60FD6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307F95-6FE7-4B02-A260-B2DB83FB3D09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Local-language and local-interest content to increase relevance and discovery.</a:t>
          </a:r>
        </a:p>
      </dsp:txBody>
      <dsp:txXfrm>
        <a:off x="0" y="4090440"/>
        <a:ext cx="6666833" cy="1363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A01C0-106A-40A0-BC1E-204196E1165C}">
      <dsp:nvSpPr>
        <dsp:cNvPr id="0" name=""/>
        <dsp:cNvSpPr/>
      </dsp:nvSpPr>
      <dsp:spPr>
        <a:xfrm>
          <a:off x="1333366" y="2516"/>
          <a:ext cx="5333466" cy="130356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Run a weekday 'mid-week premiere' campaign with 2 week A/B testing (control vs promoted).</a:t>
          </a:r>
        </a:p>
      </dsp:txBody>
      <dsp:txXfrm>
        <a:off x="1333366" y="2516"/>
        <a:ext cx="5333466" cy="1303561"/>
      </dsp:txXfrm>
    </dsp:sp>
    <dsp:sp modelId="{28DD16C7-6F94-4A99-9E45-4A7C4FBA290C}">
      <dsp:nvSpPr>
        <dsp:cNvPr id="0" name=""/>
        <dsp:cNvSpPr/>
      </dsp:nvSpPr>
      <dsp:spPr>
        <a:xfrm>
          <a:off x="0" y="2516"/>
          <a:ext cx="1333366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</a:t>
          </a:r>
        </a:p>
      </dsp:txBody>
      <dsp:txXfrm>
        <a:off x="0" y="2516"/>
        <a:ext cx="1333366" cy="1303561"/>
      </dsp:txXfrm>
    </dsp:sp>
    <dsp:sp modelId="{7D962084-5613-4BFE-8D17-CD87087C3CB9}">
      <dsp:nvSpPr>
        <dsp:cNvPr id="0" name=""/>
        <dsp:cNvSpPr/>
      </dsp:nvSpPr>
      <dsp:spPr>
        <a:xfrm>
          <a:off x="1333366" y="1384291"/>
          <a:ext cx="5333466" cy="1303561"/>
        </a:xfrm>
        <a:prstGeom prst="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Create short highlight reels for weekdays and promote via social and in-app banners.</a:t>
          </a:r>
        </a:p>
      </dsp:txBody>
      <dsp:txXfrm>
        <a:off x="1333366" y="1384291"/>
        <a:ext cx="5333466" cy="1303561"/>
      </dsp:txXfrm>
    </dsp:sp>
    <dsp:sp modelId="{8573F042-0E3C-41CA-AEAD-4AF847F6BE10}">
      <dsp:nvSpPr>
        <dsp:cNvPr id="0" name=""/>
        <dsp:cNvSpPr/>
      </dsp:nvSpPr>
      <dsp:spPr>
        <a:xfrm>
          <a:off x="0" y="1384291"/>
          <a:ext cx="1333366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</a:t>
          </a:r>
        </a:p>
      </dsp:txBody>
      <dsp:txXfrm>
        <a:off x="0" y="1384291"/>
        <a:ext cx="1333366" cy="1303561"/>
      </dsp:txXfrm>
    </dsp:sp>
    <dsp:sp modelId="{609A9BF0-3B23-4F7D-B102-E233F891959E}">
      <dsp:nvSpPr>
        <dsp:cNvPr id="0" name=""/>
        <dsp:cNvSpPr/>
      </dsp:nvSpPr>
      <dsp:spPr>
        <a:xfrm>
          <a:off x="1333366" y="2766066"/>
          <a:ext cx="5333466" cy="1303561"/>
        </a:xfrm>
        <a:prstGeom prst="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Launch referral program with double-sided incentives.</a:t>
          </a:r>
        </a:p>
      </dsp:txBody>
      <dsp:txXfrm>
        <a:off x="1333366" y="2766066"/>
        <a:ext cx="5333466" cy="1303561"/>
      </dsp:txXfrm>
    </dsp:sp>
    <dsp:sp modelId="{53EB4B76-6F00-4C61-8911-282B6080B76E}">
      <dsp:nvSpPr>
        <dsp:cNvPr id="0" name=""/>
        <dsp:cNvSpPr/>
      </dsp:nvSpPr>
      <dsp:spPr>
        <a:xfrm>
          <a:off x="0" y="2766066"/>
          <a:ext cx="1333366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Launch</a:t>
          </a:r>
        </a:p>
      </dsp:txBody>
      <dsp:txXfrm>
        <a:off x="0" y="2766066"/>
        <a:ext cx="1333366" cy="1303561"/>
      </dsp:txXfrm>
    </dsp:sp>
    <dsp:sp modelId="{9B418F5E-D1C1-49D9-BCAA-6B8246841CEF}">
      <dsp:nvSpPr>
        <dsp:cNvPr id="0" name=""/>
        <dsp:cNvSpPr/>
      </dsp:nvSpPr>
      <dsp:spPr>
        <a:xfrm>
          <a:off x="1333366" y="4147841"/>
          <a:ext cx="5333466" cy="1303561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331105" rIns="103484" bIns="3311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Instrument tracking: ensure event level analytics for sessions, promotions, and conversions.</a:t>
          </a:r>
        </a:p>
      </dsp:txBody>
      <dsp:txXfrm>
        <a:off x="1333366" y="4147841"/>
        <a:ext cx="5333466" cy="1303561"/>
      </dsp:txXfrm>
    </dsp:sp>
    <dsp:sp modelId="{F6DA5D6E-9253-4BDC-82B7-EAD5832CCA45}">
      <dsp:nvSpPr>
        <dsp:cNvPr id="0" name=""/>
        <dsp:cNvSpPr/>
      </dsp:nvSpPr>
      <dsp:spPr>
        <a:xfrm>
          <a:off x="0" y="4147841"/>
          <a:ext cx="1333366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28763" rIns="70557" bIns="12876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Tracking</a:t>
          </a:r>
        </a:p>
      </dsp:txBody>
      <dsp:txXfrm>
        <a:off x="0" y="4147841"/>
        <a:ext cx="1333366" cy="1303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6B05-14F1-4C53-9FCB-390A0C48E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B5198-E38F-51EB-FAF2-FC50A1226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9D4E3-7420-1E9A-7954-275959EE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63901-3F31-52F2-113F-9876F2A5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739B3-8135-C2FA-9E01-B0F9F399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781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8EB1-0C23-4CF9-C8F6-FAC35E91E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7235-D2E7-51A1-5BD0-AB7493E64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11190-D76F-E82B-A5E0-634C2453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6D10A-C2EA-E436-2222-1E8AC523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7FC35-7BEB-4AC4-37D8-1788CB81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804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E5AA-5DF8-10A7-EB92-BA8F74E4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C4AAE-9BBE-D8AA-168D-36440CFEF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6B36-C568-1F1C-0896-A778DC66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FC29F-8722-F81F-CD72-AD9F7F4D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BE16-D0B6-BC34-B016-6085AB54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5479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BB3A-3D65-9272-1370-D94E5ACC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1394-BEAD-1921-1938-129E99035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ED94F-E89F-3251-4569-D21EE5323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72A2F-A87D-5563-4198-B37F1FF1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0FD25-B270-C30A-1D50-7AF57240E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C7B89-0590-3F00-DB66-53223A52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4724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57B9-8A16-C006-415F-B8475F40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82DF1-DCCD-A886-B5AC-F5D28B245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361FD-E26D-3572-1981-7E8EB35B0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215BD-9369-481F-F954-0B1BAF3B3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F2A37-E705-1BDD-61E2-EBA8F2A4C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29D9E-9901-4176-D643-2DC1BD8E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71D8C-7F5E-7101-6BB2-FFF00830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B1273-4128-5E00-26F9-1B207086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809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F3B3-DE37-01E5-DEF0-0A282E3A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E9F4A-04A3-288F-F83F-51676FCA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31412-97D6-26D1-E1DF-74150953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041EF-B318-2D94-CAC3-05E2BD15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254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E1157-741D-4201-EDBB-FB8E319E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FF4CF-3C3A-DF79-80EB-391DF570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EC75F-0A87-A0A6-DBEC-1432C2DE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652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1D70-0F0F-75D6-557C-509A9596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1240-E142-F397-A5B1-1490C472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089B3-8309-BF0E-4F5B-9586DA71D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5D9E-508C-A1AF-AABF-B8ACB404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6E052-02C3-F677-0651-79C48BF0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F1646-75C9-0DCA-138B-8B891D9A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218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8D7F-3B29-E94A-E5EF-87CE4CD0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7B2A9-FB11-AB02-4DC8-33865EC0C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14A44-7A51-FE57-AF05-69D9921D7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5BFA4-95F0-7699-0D84-43216B44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5F214-6BC3-C0DF-B7C3-3FAFA5B5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77D3A-E644-8244-A32D-DDF21615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398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1524-2E28-4770-7684-69C29D6C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99EB8-DAA6-5757-F214-DFE7CFAA4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3B30-36B3-3365-53A3-042E8D6FE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7ABE7-8273-7063-EACE-B41D7A24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5272E-EDB6-D56A-092B-37BF1E90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84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F27F2D-B653-F027-B2E1-F4CFA9E76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279C9-9E91-9B09-5C1E-8E51FFA7A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E91B-AC5F-23ED-F544-FA295071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10FA1-F29F-BD1E-E121-13E4A197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EE61A-3BAA-7406-A29E-5A7C1113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37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47C46-CA0E-9A5F-69ED-27A32952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952D-A944-76BF-36AB-6B4784441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745C8-341B-A29E-4602-CF74057C9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3B6C0-E5FC-4062-B18E-2FE6A86F5399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3EBF4-2976-AEB5-EDBA-52980DA4B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83228-F842-AAF1-5680-B99BEBBB1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485C6-AA98-43E3-AD79-C9BEE69DA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785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E24A3-23B2-7A22-6C14-AD64CD02D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ZA" sz="4800"/>
              <a:t>BRIGHT TV CVM ANALYSIS</a:t>
            </a:r>
            <a:endParaRPr lang="en-ZA" sz="4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CA008-914B-F810-8DBA-C7679045B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ZA">
                <a:solidFill>
                  <a:srgbClr val="FFFFFF"/>
                </a:solidFill>
              </a:rPr>
              <a:t>Anelisa Dlamini</a:t>
            </a:r>
          </a:p>
        </p:txBody>
      </p:sp>
    </p:spTree>
    <p:extLst>
      <p:ext uri="{BB962C8B-B14F-4D97-AF65-F5344CB8AC3E}">
        <p14:creationId xmlns:p14="http://schemas.microsoft.com/office/powerpoint/2010/main" val="77367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ngled shot of pen on a graph">
            <a:extLst>
              <a:ext uri="{FF2B5EF4-FFF2-40B4-BE49-F238E27FC236}">
                <a16:creationId xmlns:a16="http://schemas.microsoft.com/office/drawing/2014/main" id="{6700180C-942C-FA31-0538-E3CD785F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4" r="39100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2E950-FF1F-FC00-8E2A-7A3AD467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ZA" sz="40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C7C1A-F4BE-502E-1079-BE9F243D4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000"/>
              <a:t>Objective: Grow BrightTV subscription base this financial year.</a:t>
            </a:r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This presentation provides user &amp; usage insights, factors influencing consumption, content recommendations, and growth initiatives.</a:t>
            </a:r>
          </a:p>
          <a:p>
            <a:endParaRPr lang="en-US" sz="2000"/>
          </a:p>
          <a:p>
            <a:r>
              <a:rPr lang="en-US" sz="2000"/>
              <a:t>Dataset used: BrightTV Viewership.csv</a:t>
            </a:r>
          </a:p>
          <a:p>
            <a:pPr marL="0" indent="0">
              <a:buNone/>
            </a:pP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7442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39AF7-3537-8364-F942-0CEEB40B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Time-Based Consumption (Hourly Trends)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8C8C5-7681-AB2E-660E-930B8F32AD05}"/>
              </a:ext>
            </a:extLst>
          </p:cNvPr>
          <p:cNvSpPr txBox="1"/>
          <p:nvPr/>
        </p:nvSpPr>
        <p:spPr>
          <a:xfrm>
            <a:off x="4134810" y="649480"/>
            <a:ext cx="383783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Content consumption on </a:t>
            </a:r>
            <a:r>
              <a:rPr lang="en-US" sz="1600" dirty="0" err="1"/>
              <a:t>BrightTV</a:t>
            </a:r>
            <a:r>
              <a:rPr lang="en-US" sz="1600" dirty="0"/>
              <a:t> drops significantly between </a:t>
            </a:r>
            <a:r>
              <a:rPr lang="en-US" sz="1600" b="1" dirty="0"/>
              <a:t>00:00 and 04:00</a:t>
            </a:r>
            <a:r>
              <a:rPr lang="en-US" sz="1600" dirty="0"/>
              <a:t>, which aligns with early morning hours when most users are asleep.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Between </a:t>
            </a:r>
            <a:r>
              <a:rPr lang="en-US" sz="1600" b="1" dirty="0"/>
              <a:t>04:00 and 07:00</a:t>
            </a:r>
            <a:r>
              <a:rPr lang="en-US" sz="1600" dirty="0"/>
              <a:t>, consumption begins to rise as users wake up and prepare for work or school—often tuning in to morning programs.</a:t>
            </a:r>
            <a:br>
              <a:rPr lang="en-US" sz="1600" dirty="0"/>
            </a:br>
            <a:endParaRPr lang="en-US" sz="1600" dirty="0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From </a:t>
            </a:r>
            <a:r>
              <a:rPr lang="en-US" sz="1600" b="1" dirty="0"/>
              <a:t>07:00 to 09:00</a:t>
            </a:r>
            <a:r>
              <a:rPr lang="en-US" sz="1600" dirty="0"/>
              <a:t> and again between </a:t>
            </a:r>
            <a:r>
              <a:rPr lang="en-US" sz="1600" b="1" dirty="0"/>
              <a:t>10:00 and 11:00</a:t>
            </a:r>
            <a:r>
              <a:rPr lang="en-US" sz="1600" dirty="0"/>
              <a:t>, usage remains stable, showing consistent viewer engagement during these mid-morning periods.</a:t>
            </a:r>
            <a:br>
              <a:rPr lang="en-US" sz="1600" dirty="0"/>
            </a:br>
            <a:endParaRPr lang="en-US" sz="1600" dirty="0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Between </a:t>
            </a:r>
            <a:r>
              <a:rPr lang="en-US" sz="1600" b="1" dirty="0"/>
              <a:t>12:00 and 20:00</a:t>
            </a:r>
            <a:r>
              <a:rPr lang="en-US" sz="1600" dirty="0"/>
              <a:t>, consumption steadily increases, indicating the platform’s peak activity window as users take lunch breaks, return home, or unwind in the evening.</a:t>
            </a:r>
            <a:br>
              <a:rPr lang="en-US" sz="1600" dirty="0"/>
            </a:br>
            <a:endParaRPr lang="en-US" sz="1600" dirty="0"/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After </a:t>
            </a:r>
            <a:r>
              <a:rPr lang="en-US" sz="1600" b="1" dirty="0"/>
              <a:t>20:00</a:t>
            </a:r>
            <a:r>
              <a:rPr lang="en-US" sz="1600" dirty="0"/>
              <a:t>, the number of active users declines to slightly above 300, reflecting nighttime routines as viewers begin going to bed.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237946-1A69-09CF-2D98-0140FEC42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386215"/>
              </p:ext>
            </p:extLst>
          </p:nvPr>
        </p:nvGraphicFramePr>
        <p:xfrm>
          <a:off x="8109502" y="473654"/>
          <a:ext cx="3615776" cy="592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56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64220-3696-A239-2E5B-BE8CA4B5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8" y="552382"/>
            <a:ext cx="5929422" cy="1640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Day-of-Week Consumption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FF2BA-D847-C5DA-BC55-B53C121C64F1}"/>
              </a:ext>
            </a:extLst>
          </p:cNvPr>
          <p:cNvSpPr txBox="1"/>
          <p:nvPr/>
        </p:nvSpPr>
        <p:spPr>
          <a:xfrm>
            <a:off x="295278" y="2423820"/>
            <a:ext cx="5929422" cy="351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F1F12-811D-C8BB-A8F3-9E4BD148D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27425"/>
              </p:ext>
            </p:extLst>
          </p:nvPr>
        </p:nvGraphicFramePr>
        <p:xfrm>
          <a:off x="6370821" y="552382"/>
          <a:ext cx="5139862" cy="5391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955481-BF78-F298-287E-ECF91D5674BD}"/>
              </a:ext>
            </a:extLst>
          </p:cNvPr>
          <p:cNvSpPr txBox="1"/>
          <p:nvPr/>
        </p:nvSpPr>
        <p:spPr>
          <a:xfrm>
            <a:off x="434714" y="2655078"/>
            <a:ext cx="57899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Sunday</a:t>
            </a:r>
            <a:r>
              <a:rPr lang="en-US" dirty="0"/>
              <a:t> - One of the highest consumption days. Users are home, relaxing, and spending time with family around TV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Saturday</a:t>
            </a:r>
            <a:r>
              <a:rPr lang="en-US" dirty="0"/>
              <a:t> - Also high in consumption. People are home and have more free time to watch TV.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Monday</a:t>
            </a:r>
            <a:r>
              <a:rPr lang="en-US" dirty="0"/>
              <a:t> - One of the lowest days. Users are busy, focused on work, and less likely to watch TV.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Tuesday to Thursday -</a:t>
            </a:r>
            <a:r>
              <a:rPr lang="en-US" dirty="0"/>
              <a:t> Consumption increases after Monday, with a slight drop after Wednesday as the work week progresses.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7573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D12E2-CA1A-B3EB-EB03-821AD36F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00" y="-65518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Channel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91FBD-9930-FD58-90B3-95EB7BF037A2}"/>
              </a:ext>
            </a:extLst>
          </p:cNvPr>
          <p:cNvSpPr txBox="1"/>
          <p:nvPr/>
        </p:nvSpPr>
        <p:spPr>
          <a:xfrm>
            <a:off x="568200" y="1775005"/>
            <a:ext cx="5049266" cy="37454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 err="1"/>
              <a:t>Supersport</a:t>
            </a:r>
            <a:r>
              <a:rPr lang="en-US" sz="1900" b="1" dirty="0"/>
              <a:t> Live Events </a:t>
            </a:r>
            <a:r>
              <a:rPr lang="en-US" sz="1900" dirty="0"/>
              <a:t>is the top-performing channel with 1,662 viewers, indicating strong preference for sports.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ICC Cricket World Cup 2011 </a:t>
            </a:r>
            <a:r>
              <a:rPr lang="en-US" sz="1900" dirty="0"/>
              <a:t>ranks second with 1,465 viewers, reinforcing </a:t>
            </a:r>
            <a:r>
              <a:rPr lang="en-US" sz="1900" dirty="0" err="1"/>
              <a:t>BrightTV’s</a:t>
            </a:r>
            <a:r>
              <a:rPr lang="en-US" sz="1900" dirty="0"/>
              <a:t> highly engaged sports audience.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Live on </a:t>
            </a:r>
            <a:r>
              <a:rPr lang="en-US" sz="1900" b="1" dirty="0" err="1"/>
              <a:t>Supersport</a:t>
            </a:r>
            <a:r>
              <a:rPr lang="en-US" sz="1900" b="1" dirty="0"/>
              <a:t> </a:t>
            </a:r>
            <a:r>
              <a:rPr lang="en-US" sz="1900" dirty="0"/>
              <a:t>has 2 viewers, both from the same day — likely a discontinued or inactive channel.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Wimbledon</a:t>
            </a:r>
            <a:r>
              <a:rPr lang="en-US" sz="1900" dirty="0"/>
              <a:t> has 3 viewers, also likely inactive or shut down.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65FDA6-742D-9D57-8AC6-42CF609FF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274234"/>
              </p:ext>
            </p:extLst>
          </p:nvPr>
        </p:nvGraphicFramePr>
        <p:xfrm>
          <a:off x="5527802" y="489118"/>
          <a:ext cx="6185663" cy="5466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22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9BA65-7229-943F-42EC-E67B322C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54" y="566750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BBAC8-B494-4E28-37BE-DFAEF4C0D182}"/>
              </a:ext>
            </a:extLst>
          </p:cNvPr>
          <p:cNvSpPr txBox="1"/>
          <p:nvPr/>
        </p:nvSpPr>
        <p:spPr>
          <a:xfrm>
            <a:off x="896554" y="2432556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Active Users </a:t>
            </a:r>
            <a:r>
              <a:rPr lang="en-US" sz="2000" dirty="0"/>
              <a:t>- Many users consistently engage with </a:t>
            </a:r>
            <a:r>
              <a:rPr lang="en-US" sz="2000" dirty="0" err="1"/>
              <a:t>BrightTV</a:t>
            </a:r>
            <a:r>
              <a:rPr lang="en-US" sz="2000" dirty="0"/>
              <a:t>. The average number of sessions per user is around 10, showing strong retention among engaged viewers.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Light Users </a:t>
            </a:r>
            <a:r>
              <a:rPr lang="en-US" sz="2000" dirty="0"/>
              <a:t>- A large portion of users watch only once or very infrequently. This signals an opportunity for re-engagement and targeted campaigns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C34A4E-3084-F83E-0590-BBE7636BD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999370"/>
              </p:ext>
            </p:extLst>
          </p:nvPr>
        </p:nvGraphicFramePr>
        <p:xfrm>
          <a:off x="6096000" y="374754"/>
          <a:ext cx="5617465" cy="5580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342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5FEE6-5F69-48E3-205E-936370FF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Factors Influencing Consumption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519A38-38CB-0E25-2877-C4D3429D5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52695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002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63749-06CB-8855-DC5B-55C67116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Content Recommendations for Low-Consumption Days</a:t>
            </a:r>
            <a:endParaRPr lang="en-ZA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57B724-A827-84C8-3981-E88166745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0554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027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87821-2C5E-321C-9DBF-06C8A92F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Initiatives to Grow Subscription Base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18D1-F6B0-86BF-AE43-0D531977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900" dirty="0"/>
              <a:t>Targeted acquisition: partner bundles with mobile operators; student and family bundles.</a:t>
            </a:r>
          </a:p>
          <a:p>
            <a:r>
              <a:rPr lang="en-US" sz="1900" dirty="0"/>
              <a:t>Referral incentives: reward subscribers for successful referrals (credits or free access to premium content).</a:t>
            </a:r>
          </a:p>
          <a:p>
            <a:r>
              <a:rPr lang="en-US" sz="1900" dirty="0"/>
              <a:t>Reactivation campaigns: win-back emails/SMS to dormant users with curated content and limited offers.</a:t>
            </a:r>
          </a:p>
          <a:p>
            <a:r>
              <a:rPr lang="en-US" sz="1900" dirty="0"/>
              <a:t>Free trials for new content drops with frictionless sign-up flow.</a:t>
            </a:r>
          </a:p>
          <a:p>
            <a:endParaRPr lang="en-ZA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8BD66-462D-86BD-F588-271F4A9D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78" r="44237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2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EC7C3-4023-9711-F6AF-89BA114C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Tactical Actions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1FA575-3D06-883E-070B-B599C2019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5719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26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677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BRIGHT TV CVM ANALYSIS</vt:lpstr>
      <vt:lpstr>Summary</vt:lpstr>
      <vt:lpstr>Time-Based Consumption (Hourly Trends)</vt:lpstr>
      <vt:lpstr>Day-of-Week Consumption</vt:lpstr>
      <vt:lpstr>Channel Performance</vt:lpstr>
      <vt:lpstr>User Activity</vt:lpstr>
      <vt:lpstr>Factors Influencing Consumption</vt:lpstr>
      <vt:lpstr>Content Recommendations for Low-Consumption Days</vt:lpstr>
      <vt:lpstr>Initiatives to Grow Subscription Base</vt:lpstr>
      <vt:lpstr>Tactical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Anelisa Dlamini</dc:creator>
  <cp:lastModifiedBy>Anelisa Dlamini</cp:lastModifiedBy>
  <cp:revision>1</cp:revision>
  <dcterms:created xsi:type="dcterms:W3CDTF">2025-11-23T13:20:30Z</dcterms:created>
  <dcterms:modified xsi:type="dcterms:W3CDTF">2025-11-25T13:30:11Z</dcterms:modified>
</cp:coreProperties>
</file>